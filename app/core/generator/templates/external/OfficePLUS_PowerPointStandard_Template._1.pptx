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Override3.xml" ContentType="application/vnd.openxmlformats-officedocument.themeOverride+xml"/>
  <Override PartName="/ppt/tags/tag4.xml" ContentType="application/vnd.openxmlformats-officedocument.presentationml.tags+xml"/>
  <Override PartName="/ppt/theme/themeOverride4.xml" ContentType="application/vnd.openxmlformats-officedocument.themeOverr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72" r:id="rId2"/>
    <p:sldId id="269" r:id="rId3"/>
    <p:sldId id="258" r:id="rId4"/>
    <p:sldId id="273" r:id="rId5"/>
    <p:sldId id="261" r:id="rId6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119490"/>
    <a:srgbClr val="0B706B"/>
    <a:srgbClr val="EF8C37"/>
    <a:srgbClr val="F8C16E"/>
    <a:srgbClr val="FFECA3"/>
    <a:srgbClr val="086BC2"/>
    <a:srgbClr val="0C7672"/>
    <a:srgbClr val="F18830"/>
    <a:srgbClr val="E777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8" autoAdjust="0"/>
    <p:restoredTop sz="94700" autoAdjust="0"/>
  </p:normalViewPr>
  <p:slideViewPr>
    <p:cSldViewPr snapToGrid="0">
      <p:cViewPr>
        <p:scale>
          <a:sx n="100" d="100"/>
          <a:sy n="100" d="100"/>
        </p:scale>
        <p:origin x="438" y="252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204" y="96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viewProps.xml" Id="rId18" /><Relationship Type="http://schemas.openxmlformats.org/officeDocument/2006/relationships/slide" Target="slides/slide2.xml" Id="rId3" /><Relationship Type="http://schemas.openxmlformats.org/officeDocument/2006/relationships/presProps" Target="presProps.xml" Id="rId17" /><Relationship Type="http://schemas.openxmlformats.org/officeDocument/2006/relationships/slide" Target="slides/slide1.xml" Id="rId2" /><Relationship Type="http://schemas.openxmlformats.org/officeDocument/2006/relationships/tags" Target="tags/tag1.xml" Id="rId16" /><Relationship Type="http://schemas.openxmlformats.org/officeDocument/2006/relationships/tableStyles" Target="tableStyles.xml" Id="rId20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slide" Target="slides/slide4.xml" Id="rId5" /><Relationship Type="http://schemas.openxmlformats.org/officeDocument/2006/relationships/handoutMaster" Target="handoutMasters/handoutMaster1.xml" Id="rId15" /><Relationship Type="http://schemas.openxmlformats.org/officeDocument/2006/relationships/theme" Target="theme/theme1.xml" Id="rId19" /><Relationship Type="http://schemas.openxmlformats.org/officeDocument/2006/relationships/slide" Target="slides/slide3.xml" Id="rId4" /><Relationship Type="http://schemas.openxmlformats.org/officeDocument/2006/relationships/notesMaster" Target="notesMasters/notesMaster1.xml" Id="rId14" 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9A56829-66AA-42AA-918E-5C6DB1AE50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1084A9-BC5C-4420-B17C-51E328D455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2020/9/24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6F2124-7B35-4E59-B9E8-DB09EE1408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BF8FFE-D997-4E34-9A01-CD2014B952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553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2020/9/24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>
            <a:extLst>
              <a:ext uri="{FF2B5EF4-FFF2-40B4-BE49-F238E27FC236}">
                <a16:creationId xmlns:a16="http://schemas.microsoft.com/office/drawing/2014/main" id="{413218A8-9C6D-4443-937F-63A99BE1E18D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0" y="0"/>
            <a:ext cx="12192000" cy="6858002"/>
          </a:xfrm>
          <a:prstGeom prst="rect">
            <a:avLst/>
          </a:prstGeom>
          <a:blipFill dpi="0" rotWithShape="1">
            <a:blip r:embed="rId2"/>
            <a:srcRect/>
            <a:stretch>
              <a:fillRect b="-1848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dk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0D39E7E3-2D38-43B7-9DD9-4A48711888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">
            <a:extLst>
              <a:ext uri="{FF2B5EF4-FFF2-40B4-BE49-F238E27FC236}">
                <a16:creationId xmlns:a16="http://schemas.microsoft.com/office/drawing/2014/main" id="{F287DB06-62C3-432B-8A19-033D21F00202}"/>
              </a:ext>
            </a:extLst>
          </p:cNvPr>
          <p:cNvCxnSpPr>
            <a:cxnSpLocks/>
          </p:cNvCxnSpPr>
          <p:nvPr userDrawn="1"/>
        </p:nvCxnSpPr>
        <p:spPr>
          <a:xfrm>
            <a:off x="8996798" y="822995"/>
            <a:ext cx="3195202" cy="0"/>
          </a:xfrm>
          <a:prstGeom prst="line">
            <a:avLst/>
          </a:prstGeom>
          <a:ln w="3175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">
            <a:extLst>
              <a:ext uri="{FF2B5EF4-FFF2-40B4-BE49-F238E27FC236}">
                <a16:creationId xmlns:a16="http://schemas.microsoft.com/office/drawing/2014/main" id="{F1BECD76-B51F-4D6A-9702-4C00A15FA0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9924" y="1898894"/>
            <a:ext cx="6924676" cy="1530106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4999724E-690E-47CA-AE72-73BDB06968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865" y="4424434"/>
            <a:ext cx="2581067" cy="425743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1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 altLang="zh-CN" dirty="0"/>
              <a:t>Click to edit Master subtitle style</a:t>
            </a:r>
          </a:p>
        </p:txBody>
      </p:sp>
      <p:sp>
        <p:nvSpPr>
          <p:cNvPr id="347" name="">
            <a:extLst>
              <a:ext uri="{FF2B5EF4-FFF2-40B4-BE49-F238E27FC236}">
                <a16:creationId xmlns:a16="http://schemas.microsoft.com/office/drawing/2014/main" id="{4A1EB7FD-FC3E-4C63-A386-42FB293C802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669924" y="6132509"/>
            <a:ext cx="4140201" cy="206381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CN"/>
              <a:t>www.is</a:t>
            </a:r>
            <a:r>
              <a:rPr lang="en-US" altLang="zh-CN" sz="100"/>
              <a:t> </a:t>
            </a:r>
            <a:r>
              <a:rPr lang="en-US" altLang="zh-CN"/>
              <a:t>lide.cc</a:t>
            </a:r>
            <a:endParaRPr lang="en-US" altLang="zh-CN" dirty="0"/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B9E94297-0867-4BDE-9E8D-E545CFBE853F}"/>
              </a:ext>
            </a:extLst>
          </p:cNvPr>
          <p:cNvSpPr/>
          <p:nvPr userDrawn="1"/>
        </p:nvSpPr>
        <p:spPr>
          <a:xfrm>
            <a:off x="8996799" y="5246119"/>
            <a:ext cx="3195201" cy="1215939"/>
          </a:xfrm>
          <a:prstGeom prst="rect">
            <a:avLst/>
          </a:prstGeom>
          <a:blipFill>
            <a:blip r:embed="rId3"/>
            <a:stretch>
              <a:fillRect t="-37957" b="-3717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FF338F4A-C537-4987-A042-A3515DFB36B8}"/>
              </a:ext>
            </a:extLst>
          </p:cNvPr>
          <p:cNvSpPr/>
          <p:nvPr userDrawn="1"/>
        </p:nvSpPr>
        <p:spPr>
          <a:xfrm>
            <a:off x="8996799" y="5246119"/>
            <a:ext cx="3195201" cy="1215939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2" name="">
            <a:extLst>
              <a:ext uri="{FF2B5EF4-FFF2-40B4-BE49-F238E27FC236}">
                <a16:creationId xmlns:a16="http://schemas.microsoft.com/office/drawing/2014/main" id="{73291556-8704-4D4C-8D57-2AFFB0D1C51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420327" y="5796658"/>
            <a:ext cx="2909888" cy="206381"/>
          </a:xfrm>
        </p:spPr>
        <p:txBody>
          <a:bodyPr/>
          <a:lstStyle>
            <a:lvl1pPr algn="r"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CN"/>
              <a:t>Speaker nam</a:t>
            </a:r>
            <a:r>
              <a:rPr lang="en-US" altLang="zh-CN" sz="100"/>
              <a:t> </a:t>
            </a:r>
            <a:r>
              <a:rPr lang="en-US" altLang="zh-CN"/>
              <a:t>e and title</a:t>
            </a:r>
            <a:endParaRPr lang="en-US" altLang="zh-CN" dirty="0"/>
          </a:p>
        </p:txBody>
      </p:sp>
      <p:cxnSp>
        <p:nvCxnSpPr>
          <p:cNvPr id="26" name="">
            <a:extLst>
              <a:ext uri="{FF2B5EF4-FFF2-40B4-BE49-F238E27FC236}">
                <a16:creationId xmlns:a16="http://schemas.microsoft.com/office/drawing/2014/main" id="{794C59FE-0FA0-4A26-9678-22155A0A8636}"/>
              </a:ext>
            </a:extLst>
          </p:cNvPr>
          <p:cNvCxnSpPr>
            <a:cxnSpLocks/>
          </p:cNvCxnSpPr>
          <p:nvPr userDrawn="1"/>
        </p:nvCxnSpPr>
        <p:spPr>
          <a:xfrm>
            <a:off x="8996797" y="0"/>
            <a:ext cx="0" cy="6858002"/>
          </a:xfrm>
          <a:prstGeom prst="line">
            <a:avLst/>
          </a:prstGeom>
          <a:ln w="3175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FF2B5EF4-FFF2-40B4-BE49-F238E27FC236}">
                <a16:creationId xmlns:a16="http://schemas.microsoft.com/office/drawing/2014/main" id="{FFD5AB34-29AD-47A9-9D54-CBC42D7A6A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E3A9C5C6-1979-4A89-8D8F-5F78734D91BB}"/>
              </a:ext>
            </a:extLst>
          </p:cNvPr>
          <p:cNvSpPr/>
          <p:nvPr userDrawn="1"/>
        </p:nvSpPr>
        <p:spPr>
          <a:xfrm flipH="1">
            <a:off x="1973943" y="0"/>
            <a:ext cx="10218056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00000">
                  <a:alpha val="3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CCE7B90C-0A03-4DDF-81E8-055101C01770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 t="-9248" b="-92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dk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20B9AEF6-51E5-486C-9312-E74A36D7456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"/>
          <p:cNvSpPr>
            <a:spLocks noGrp="1"/>
          </p:cNvSpPr>
          <p:nvPr userDrawn="1">
            <p:ph type="title" hasCustomPrompt="1"/>
          </p:nvPr>
        </p:nvSpPr>
        <p:spPr>
          <a:xfrm>
            <a:off x="6094884" y="2872291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1" name=""/>
          <p:cNvSpPr>
            <a:spLocks noGrp="1"/>
          </p:cNvSpPr>
          <p:nvPr userDrawn="1">
            <p:ph type="body" idx="1" hasCustomPrompt="1"/>
          </p:nvPr>
        </p:nvSpPr>
        <p:spPr>
          <a:xfrm>
            <a:off x="6096000" y="3767641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bg1">
                    <a:lumMod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cxnSp>
        <p:nvCxnSpPr>
          <p:cNvPr id="10" name="">
            <a:extLst>
              <a:ext uri="{FF2B5EF4-FFF2-40B4-BE49-F238E27FC236}">
                <a16:creationId xmlns:a16="http://schemas.microsoft.com/office/drawing/2014/main" id="{0E291066-9AC2-4B13-8131-405DF42F1FD6}"/>
              </a:ext>
            </a:extLst>
          </p:cNvPr>
          <p:cNvCxnSpPr>
            <a:cxnSpLocks/>
          </p:cNvCxnSpPr>
          <p:nvPr userDrawn="1"/>
        </p:nvCxnSpPr>
        <p:spPr>
          <a:xfrm>
            <a:off x="5783697" y="0"/>
            <a:ext cx="0" cy="6858002"/>
          </a:xfrm>
          <a:prstGeom prst="line">
            <a:avLst/>
          </a:prstGeom>
          <a:ln w="3175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">
            <a:extLst>
              <a:ext uri="{FF2B5EF4-FFF2-40B4-BE49-F238E27FC236}">
                <a16:creationId xmlns:a16="http://schemas.microsoft.com/office/drawing/2014/main" id="{8A645505-A9B9-44FF-89A0-7CF8125C9730}"/>
              </a:ext>
            </a:extLst>
          </p:cNvPr>
          <p:cNvCxnSpPr>
            <a:cxnSpLocks/>
          </p:cNvCxnSpPr>
          <p:nvPr userDrawn="1"/>
        </p:nvCxnSpPr>
        <p:spPr>
          <a:xfrm>
            <a:off x="5783697" y="1432595"/>
            <a:ext cx="6408303" cy="0"/>
          </a:xfrm>
          <a:prstGeom prst="line">
            <a:avLst/>
          </a:prstGeom>
          <a:ln w="3175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FF2B5EF4-FFF2-40B4-BE49-F238E27FC236}">
                <a16:creationId xmlns:a16="http://schemas.microsoft.com/office/drawing/2014/main" id="{DF89B3AA-E69E-4134-96EE-4984418E5666}"/>
              </a:ext>
            </a:extLst>
          </p:cNvPr>
          <p:cNvSpPr/>
          <p:nvPr userDrawn="1"/>
        </p:nvSpPr>
        <p:spPr>
          <a:xfrm>
            <a:off x="0" y="1028701"/>
            <a:ext cx="12192000" cy="5829300"/>
          </a:xfrm>
          <a:prstGeom prst="rect">
            <a:avLst/>
          </a:prstGeom>
          <a:blipFill>
            <a:blip r:embed="rId2">
              <a:alphaModFix amt="20000"/>
            </a:blip>
            <a:stretch>
              <a:fillRect t="-1743" b="-3765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">
            <a:extLst>
              <a:ext uri="{FF2B5EF4-FFF2-40B4-BE49-F238E27FC236}">
                <a16:creationId xmlns:a16="http://schemas.microsoft.com/office/drawing/2014/main" id="{4C295FE9-73AE-4FEC-991F-AC97F6FA10E7}"/>
              </a:ext>
            </a:extLst>
          </p:cNvPr>
          <p:cNvGrpSpPr/>
          <p:nvPr userDrawn="1"/>
        </p:nvGrpSpPr>
        <p:grpSpPr>
          <a:xfrm flipH="1">
            <a:off x="0" y="0"/>
            <a:ext cx="12192000" cy="6858002"/>
            <a:chOff x="0" y="0"/>
            <a:chExt cx="12192000" cy="6858002"/>
          </a:xfrm>
        </p:grpSpPr>
        <p:sp>
          <p:nvSpPr>
            <p:cNvPr id="7" name="">
              <a:extLst>
                <a:ext uri="{FF2B5EF4-FFF2-40B4-BE49-F238E27FC236}">
                  <a16:creationId xmlns:a16="http://schemas.microsoft.com/office/drawing/2014/main" id="{2837D134-600E-4DE8-9F41-B45331474704}"/>
                </a:ext>
              </a:extLst>
            </p:cNvPr>
            <p:cNvSpPr>
              <a:spLocks noChangeAspect="1"/>
            </p:cNvSpPr>
            <p:nvPr userDrawn="1"/>
          </p:nvSpPr>
          <p:spPr>
            <a:xfrm flipH="1">
              <a:off x="0" y="0"/>
              <a:ext cx="12192000" cy="6858002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 b="-18484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dk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">
              <a:extLst>
                <a:ext uri="{FF2B5EF4-FFF2-40B4-BE49-F238E27FC236}">
                  <a16:creationId xmlns:a16="http://schemas.microsoft.com/office/drawing/2014/main" id="{062CB94C-F567-4617-BEE8-5822BA456536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" name="">
              <a:extLst>
                <a:ext uri="{FF2B5EF4-FFF2-40B4-BE49-F238E27FC236}">
                  <a16:creationId xmlns:a16="http://schemas.microsoft.com/office/drawing/2014/main" id="{8FB0BFE9-3CB9-4AA6-90EF-F2EDBFE7DF1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96798" y="822995"/>
              <a:ext cx="3195202" cy="0"/>
            </a:xfrm>
            <a:prstGeom prst="line">
              <a:avLst/>
            </a:prstGeom>
            <a:ln w="3175">
              <a:solidFill>
                <a:schemeClr val="bg1">
                  <a:alpha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">
              <a:extLst>
                <a:ext uri="{FF2B5EF4-FFF2-40B4-BE49-F238E27FC236}">
                  <a16:creationId xmlns:a16="http://schemas.microsoft.com/office/drawing/2014/main" id="{E44342C3-72DB-42C3-B28D-6BC57CBBCB7D}"/>
                </a:ext>
              </a:extLst>
            </p:cNvPr>
            <p:cNvSpPr/>
            <p:nvPr userDrawn="1"/>
          </p:nvSpPr>
          <p:spPr>
            <a:xfrm>
              <a:off x="8996799" y="5246119"/>
              <a:ext cx="3195201" cy="1215939"/>
            </a:xfrm>
            <a:prstGeom prst="rect">
              <a:avLst/>
            </a:prstGeom>
            <a:blipFill>
              <a:blip r:embed="rId3"/>
              <a:stretch>
                <a:fillRect t="-37957" b="-3717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">
              <a:extLst>
                <a:ext uri="{FF2B5EF4-FFF2-40B4-BE49-F238E27FC236}">
                  <a16:creationId xmlns:a16="http://schemas.microsoft.com/office/drawing/2014/main" id="{A8B93CB1-62EF-4D0B-9142-B112717AA53C}"/>
                </a:ext>
              </a:extLst>
            </p:cNvPr>
            <p:cNvSpPr/>
            <p:nvPr userDrawn="1"/>
          </p:nvSpPr>
          <p:spPr>
            <a:xfrm>
              <a:off x="8996799" y="5246119"/>
              <a:ext cx="3195201" cy="1215939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">
              <a:extLst>
                <a:ext uri="{FF2B5EF4-FFF2-40B4-BE49-F238E27FC236}">
                  <a16:creationId xmlns:a16="http://schemas.microsoft.com/office/drawing/2014/main" id="{532762CD-4E27-4F26-8FCF-F752CD9E7C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96797" y="0"/>
              <a:ext cx="0" cy="6858002"/>
            </a:xfrm>
            <a:prstGeom prst="line">
              <a:avLst/>
            </a:prstGeom>
            <a:ln w="3175"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"/>
          <p:cNvSpPr>
            <a:spLocks noGrp="1"/>
          </p:cNvSpPr>
          <p:nvPr userDrawn="1">
            <p:ph type="ctrTitle" hasCustomPrompt="1"/>
          </p:nvPr>
        </p:nvSpPr>
        <p:spPr>
          <a:xfrm>
            <a:off x="4419600" y="1879947"/>
            <a:ext cx="6311900" cy="1983066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419600" y="4776323"/>
            <a:ext cx="6311900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19602" y="4480052"/>
            <a:ext cx="6311900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>
            <a:extLst>
              <a:ext uri="{FF2B5EF4-FFF2-40B4-BE49-F238E27FC236}">
                <a16:creationId xmlns:a16="http://schemas.microsoft.com/office/drawing/2014/main" id="{E73A570A-615E-4087-962A-27D4B8B455CB}"/>
              </a:ext>
            </a:extLst>
          </p:cNvPr>
          <p:cNvSpPr/>
          <p:nvPr userDrawn="1"/>
        </p:nvSpPr>
        <p:spPr>
          <a:xfrm>
            <a:off x="0" y="1028701"/>
            <a:ext cx="12192000" cy="5829300"/>
          </a:xfrm>
          <a:prstGeom prst="rect">
            <a:avLst/>
          </a:prstGeom>
          <a:blipFill>
            <a:blip r:embed="rId8">
              <a:alphaModFix amt="20000"/>
            </a:blip>
            <a:stretch>
              <a:fillRect t="-1743" b="-3765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2" r:id="rId4"/>
    <p:sldLayoutId id="2147483655" r:id="rId5"/>
    <p:sldLayoutId id="2147483661" r:id="rId6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hemeOverride" Target="../theme/themeOverride2.xml"/><Relationship Id="rId4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tags" Target="../tags/tag5.xml"/><Relationship Id="rId7" Type="http://schemas.openxmlformats.org/officeDocument/2006/relationships/oleObject" Target="../embeddings/oleObject1.bin"/><Relationship Id="rId2" Type="http://schemas.openxmlformats.org/officeDocument/2006/relationships/vmlDrawing" Target="../drawings/vmlDrawing1.vml"/><Relationship Id="rId1" Type="http://schemas.openxmlformats.org/officeDocument/2006/relationships/themeOverride" Target="../theme/themeOverride4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7.xml"/><Relationship Id="rId4" Type="http://schemas.openxmlformats.org/officeDocument/2006/relationships/tags" Target="../tags/tag6.xml"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FF2B5EF4-FFF2-40B4-BE49-F238E27FC236}">
                <a16:creationId xmlns:a16="http://schemas.microsoft.com/office/drawing/2014/main" id="{5AF24602-030D-4483-A040-777528E17A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6600" dirty="0"/>
              <a:t>OfficePLUS. </a:t>
            </a:r>
          </a:p>
          <a:p>
            <a:r>
              <a:rPr lang="en-US" altLang="zh-CN" sz="6600" dirty="0"/>
              <a:t>PowerPoint</a:t>
            </a:r>
          </a:p>
          <a:p>
            <a:r>
              <a:rPr lang="en-US" altLang="zh-CN" sz="2800" dirty="0"/>
              <a:t>Standard Template</a:t>
            </a:r>
            <a:endParaRPr lang="zh-CN" altLang="en-US" sz="2800" dirty="0"/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C23168E9-F6CE-4983-BC66-C227542A35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You can enter subtitle here</a:t>
            </a:r>
            <a:endParaRPr lang="zh-CN" altLang="en-US" dirty="0"/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5E8D6CE7-C0CB-4EE8-BF63-31D8210C208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69924" y="6067425"/>
            <a:ext cx="2060575" cy="311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200" dirty="0">
                <a:solidFill>
                  <a:schemeClr val="bg1">
                    <a:lumMod val="95000"/>
                    <a:alpha val="70000"/>
                  </a:schemeClr>
                </a:solidFill>
              </a:rPr>
              <a:t>OfficePLUS</a:t>
            </a:r>
            <a:endParaRPr lang="en-US" altLang="en-US" sz="1200" dirty="0">
              <a:solidFill>
                <a:schemeClr val="bg1">
                  <a:lumMod val="95000"/>
                  <a:alpha val="70000"/>
                </a:schemeClr>
              </a:solidFill>
            </a:endParaRP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F543032A-055D-4ADD-AF96-33EFCDA1EA8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785789" y="5778500"/>
            <a:ext cx="2746375" cy="296863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altLang="zh-CN" sz="1200" dirty="0">
                <a:solidFill>
                  <a:schemeClr val="bg1">
                    <a:lumMod val="95000"/>
                    <a:alpha val="70000"/>
                  </a:schemeClr>
                </a:solidFill>
              </a:rPr>
              <a:t>Speaker name and title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C8209ECF-9DA9-4D3D-8146-1FBE63BB8475}"/>
              </a:ext>
            </a:extLst>
          </p:cNvPr>
          <p:cNvSpPr txBox="1"/>
          <p:nvPr/>
        </p:nvSpPr>
        <p:spPr>
          <a:xfrm>
            <a:off x="669925" y="629503"/>
            <a:ext cx="1404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</a:rPr>
              <a:t>LOGO HERE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cxnSp>
        <p:nvCxnSpPr>
          <p:cNvPr id="24" name="">
            <a:extLst>
              <a:ext uri="{FF2B5EF4-FFF2-40B4-BE49-F238E27FC236}">
                <a16:creationId xmlns:a16="http://schemas.microsoft.com/office/drawing/2014/main" id="{0F145D9B-0A59-4530-AB52-EE7CDE9373AF}"/>
              </a:ext>
            </a:extLst>
          </p:cNvPr>
          <p:cNvCxnSpPr>
            <a:cxnSpLocks/>
          </p:cNvCxnSpPr>
          <p:nvPr/>
        </p:nvCxnSpPr>
        <p:spPr>
          <a:xfrm rot="10800000">
            <a:off x="2628681" y="6223688"/>
            <a:ext cx="2047461" cy="0"/>
          </a:xfrm>
          <a:prstGeom prst="line">
            <a:avLst/>
          </a:prstGeom>
          <a:ln w="3175">
            <a:solidFill>
              <a:schemeClr val="bg1">
                <a:alpha val="10000"/>
              </a:schemeClr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">
            <a:extLst>
              <a:ext uri="{FF2B5EF4-FFF2-40B4-BE49-F238E27FC236}">
                <a16:creationId xmlns:a16="http://schemas.microsoft.com/office/drawing/2014/main" id="{1C6EC777-5094-4268-94A0-5C1DE33D1067}"/>
              </a:ext>
            </a:extLst>
          </p:cNvPr>
          <p:cNvGrpSpPr/>
          <p:nvPr/>
        </p:nvGrpSpPr>
        <p:grpSpPr>
          <a:xfrm>
            <a:off x="9333111" y="1384381"/>
            <a:ext cx="994183" cy="348778"/>
            <a:chOff x="9333111" y="1384381"/>
            <a:chExt cx="994183" cy="348778"/>
          </a:xfrm>
        </p:grpSpPr>
        <p:sp>
          <p:nvSpPr>
            <p:cNvPr id="15" name="">
              <a:extLst>
                <a:ext uri="{FF2B5EF4-FFF2-40B4-BE49-F238E27FC236}">
                  <a16:creationId xmlns:a16="http://schemas.microsoft.com/office/drawing/2014/main" id="{AF643ADB-0D93-45ED-B89E-3B5F5CDB0BC7}"/>
                </a:ext>
              </a:extLst>
            </p:cNvPr>
            <p:cNvSpPr txBox="1"/>
            <p:nvPr/>
          </p:nvSpPr>
          <p:spPr>
            <a:xfrm>
              <a:off x="9333111" y="1384381"/>
              <a:ext cx="37863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chemeClr val="bg1">
                      <a:lumMod val="95000"/>
                      <a:alpha val="50000"/>
                    </a:schemeClr>
                  </a:solidFill>
                </a:rPr>
                <a:t>ONE</a:t>
              </a:r>
              <a:endParaRPr lang="zh-CN" altLang="en-US" sz="700" dirty="0">
                <a:solidFill>
                  <a:schemeClr val="bg1">
                    <a:lumMod val="95000"/>
                    <a:alpha val="50000"/>
                  </a:schemeClr>
                </a:solidFill>
              </a:endParaRPr>
            </a:p>
          </p:txBody>
        </p:sp>
        <p:sp>
          <p:nvSpPr>
            <p:cNvPr id="16" name="">
              <a:extLst>
                <a:ext uri="{FF2B5EF4-FFF2-40B4-BE49-F238E27FC236}">
                  <a16:creationId xmlns:a16="http://schemas.microsoft.com/office/drawing/2014/main" id="{B679D958-7E5C-48B4-98BD-1276FEDFD8E7}"/>
                </a:ext>
              </a:extLst>
            </p:cNvPr>
            <p:cNvSpPr txBox="1"/>
            <p:nvPr/>
          </p:nvSpPr>
          <p:spPr>
            <a:xfrm>
              <a:off x="9333111" y="1533104"/>
              <a:ext cx="99418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chemeClr val="bg1">
                      <a:lumMod val="95000"/>
                      <a:alpha val="90000"/>
                    </a:schemeClr>
                  </a:solidFill>
                </a:rPr>
                <a:t>Supporting text here</a:t>
              </a:r>
            </a:p>
          </p:txBody>
        </p:sp>
      </p:grpSp>
      <p:grpSp>
        <p:nvGrpSpPr>
          <p:cNvPr id="17" name="">
            <a:extLst>
              <a:ext uri="{FF2B5EF4-FFF2-40B4-BE49-F238E27FC236}">
                <a16:creationId xmlns:a16="http://schemas.microsoft.com/office/drawing/2014/main" id="{7C37D292-A985-437C-B65F-1ECB1F25AD6D}"/>
              </a:ext>
            </a:extLst>
          </p:cNvPr>
          <p:cNvGrpSpPr/>
          <p:nvPr/>
        </p:nvGrpSpPr>
        <p:grpSpPr>
          <a:xfrm>
            <a:off x="9333111" y="1944732"/>
            <a:ext cx="994183" cy="347814"/>
            <a:chOff x="9333111" y="2041063"/>
            <a:chExt cx="994183" cy="347814"/>
          </a:xfrm>
        </p:grpSpPr>
        <p:sp>
          <p:nvSpPr>
            <p:cNvPr id="18" name="">
              <a:extLst>
                <a:ext uri="{FF2B5EF4-FFF2-40B4-BE49-F238E27FC236}">
                  <a16:creationId xmlns:a16="http://schemas.microsoft.com/office/drawing/2014/main" id="{3CC0A54B-2BFA-4C9F-A29E-6C3EEED1A2AB}"/>
                </a:ext>
              </a:extLst>
            </p:cNvPr>
            <p:cNvSpPr txBox="1"/>
            <p:nvPr/>
          </p:nvSpPr>
          <p:spPr>
            <a:xfrm>
              <a:off x="9333111" y="2041063"/>
              <a:ext cx="39466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chemeClr val="bg1">
                      <a:lumMod val="95000"/>
                      <a:alpha val="50000"/>
                    </a:schemeClr>
                  </a:solidFill>
                </a:rPr>
                <a:t>TWO</a:t>
              </a:r>
              <a:endParaRPr lang="zh-CN" altLang="en-US" sz="700" dirty="0">
                <a:solidFill>
                  <a:schemeClr val="bg1">
                    <a:lumMod val="95000"/>
                    <a:alpha val="50000"/>
                  </a:schemeClr>
                </a:solidFill>
              </a:endParaRPr>
            </a:p>
          </p:txBody>
        </p:sp>
        <p:sp>
          <p:nvSpPr>
            <p:cNvPr id="19" name="">
              <a:extLst>
                <a:ext uri="{FF2B5EF4-FFF2-40B4-BE49-F238E27FC236}">
                  <a16:creationId xmlns:a16="http://schemas.microsoft.com/office/drawing/2014/main" id="{7DBF641C-3946-4850-8506-087AAF742BBC}"/>
                </a:ext>
              </a:extLst>
            </p:cNvPr>
            <p:cNvSpPr txBox="1"/>
            <p:nvPr/>
          </p:nvSpPr>
          <p:spPr>
            <a:xfrm>
              <a:off x="9333111" y="2188822"/>
              <a:ext cx="99418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chemeClr val="bg1">
                      <a:lumMod val="95000"/>
                      <a:alpha val="90000"/>
                    </a:schemeClr>
                  </a:solidFill>
                </a:rPr>
                <a:t>Supporting text here</a:t>
              </a:r>
            </a:p>
          </p:txBody>
        </p:sp>
      </p:grpSp>
      <p:grpSp>
        <p:nvGrpSpPr>
          <p:cNvPr id="20" name="">
            <a:extLst>
              <a:ext uri="{FF2B5EF4-FFF2-40B4-BE49-F238E27FC236}">
                <a16:creationId xmlns:a16="http://schemas.microsoft.com/office/drawing/2014/main" id="{9CBD305B-3C2F-4636-8225-B604F96262E4}"/>
              </a:ext>
            </a:extLst>
          </p:cNvPr>
          <p:cNvGrpSpPr/>
          <p:nvPr/>
        </p:nvGrpSpPr>
        <p:grpSpPr>
          <a:xfrm>
            <a:off x="9333111" y="2504119"/>
            <a:ext cx="994183" cy="346850"/>
            <a:chOff x="9333111" y="2697745"/>
            <a:chExt cx="994183" cy="346850"/>
          </a:xfrm>
        </p:grpSpPr>
        <p:sp>
          <p:nvSpPr>
            <p:cNvPr id="21" name="">
              <a:extLst>
                <a:ext uri="{FF2B5EF4-FFF2-40B4-BE49-F238E27FC236}">
                  <a16:creationId xmlns:a16="http://schemas.microsoft.com/office/drawing/2014/main" id="{0AA17998-9F61-427C-B0DA-BB2065BF2C91}"/>
                </a:ext>
              </a:extLst>
            </p:cNvPr>
            <p:cNvSpPr txBox="1"/>
            <p:nvPr/>
          </p:nvSpPr>
          <p:spPr>
            <a:xfrm>
              <a:off x="9333111" y="2697745"/>
              <a:ext cx="48603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chemeClr val="bg1">
                      <a:lumMod val="95000"/>
                      <a:alpha val="50000"/>
                    </a:schemeClr>
                  </a:solidFill>
                </a:rPr>
                <a:t>THREE</a:t>
              </a:r>
              <a:endParaRPr lang="zh-CN" altLang="en-US" sz="700" dirty="0">
                <a:solidFill>
                  <a:schemeClr val="bg1">
                    <a:lumMod val="95000"/>
                    <a:alpha val="50000"/>
                  </a:schemeClr>
                </a:solidFill>
              </a:endParaRPr>
            </a:p>
          </p:txBody>
        </p:sp>
        <p:sp>
          <p:nvSpPr>
            <p:cNvPr id="22" name="">
              <a:extLst>
                <a:ext uri="{FF2B5EF4-FFF2-40B4-BE49-F238E27FC236}">
                  <a16:creationId xmlns:a16="http://schemas.microsoft.com/office/drawing/2014/main" id="{B0AB7626-F9A7-4AD2-99B9-5FEF5CAC9609}"/>
                </a:ext>
              </a:extLst>
            </p:cNvPr>
            <p:cNvSpPr txBox="1"/>
            <p:nvPr/>
          </p:nvSpPr>
          <p:spPr>
            <a:xfrm>
              <a:off x="9333111" y="2844540"/>
              <a:ext cx="99418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chemeClr val="bg1">
                      <a:lumMod val="95000"/>
                      <a:alpha val="90000"/>
                    </a:schemeClr>
                  </a:solidFill>
                </a:rPr>
                <a:t>Supporting text here</a:t>
              </a:r>
            </a:p>
          </p:txBody>
        </p:sp>
      </p:grpSp>
      <p:cxnSp>
        <p:nvCxnSpPr>
          <p:cNvPr id="23" name="">
            <a:extLst>
              <a:ext uri="{FF2B5EF4-FFF2-40B4-BE49-F238E27FC236}">
                <a16:creationId xmlns:a16="http://schemas.microsoft.com/office/drawing/2014/main" id="{B633BE08-A6F1-4B95-81A7-E9C8290068E6}"/>
              </a:ext>
            </a:extLst>
          </p:cNvPr>
          <p:cNvCxnSpPr>
            <a:cxnSpLocks/>
          </p:cNvCxnSpPr>
          <p:nvPr/>
        </p:nvCxnSpPr>
        <p:spPr>
          <a:xfrm>
            <a:off x="8996797" y="1451108"/>
            <a:ext cx="0" cy="212925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">
            <a:extLst>
              <a:ext uri="{FF2B5EF4-FFF2-40B4-BE49-F238E27FC236}">
                <a16:creationId xmlns:a16="http://schemas.microsoft.com/office/drawing/2014/main" id="{3EA07BB9-B118-4AD2-A29A-1D061F71B9F2}"/>
              </a:ext>
            </a:extLst>
          </p:cNvPr>
          <p:cNvSpPr txBox="1"/>
          <p:nvPr/>
        </p:nvSpPr>
        <p:spPr>
          <a:xfrm>
            <a:off x="11256167" y="277312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dirty="0">
                <a:solidFill>
                  <a:schemeClr val="bg1">
                    <a:lumMod val="95000"/>
                    <a:alpha val="60000"/>
                  </a:schemeClr>
                </a:solidFill>
              </a:rPr>
              <a:t>20XX</a:t>
            </a:r>
            <a:endParaRPr lang="zh-CN" altLang="en-US" sz="1400" dirty="0">
              <a:solidFill>
                <a:schemeClr val="bg1">
                  <a:lumMod val="95000"/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713193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">
            <a:extLst>
              <a:ext uri="{FF2B5EF4-FFF2-40B4-BE49-F238E27FC236}">
                <a16:creationId xmlns:a16="http://schemas.microsoft.com/office/drawing/2014/main" id="{C0498D3A-B738-48EC-A39C-94C58B88932B}"/>
              </a:ext>
            </a:extLst>
          </p:cNvPr>
          <p:cNvGrpSpPr/>
          <p:nvPr/>
        </p:nvGrpSpPr>
        <p:grpSpPr>
          <a:xfrm>
            <a:off x="757282" y="1700808"/>
            <a:ext cx="10763205" cy="4083608"/>
            <a:chOff x="757282" y="1700808"/>
            <a:chExt cx="10763205" cy="4083608"/>
          </a:xfrm>
        </p:grpSpPr>
        <p:grpSp>
          <p:nvGrpSpPr>
            <p:cNvPr id="6" name="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A759C196-DA28-4241-ABB5-975367026FE9}"/>
                </a:ext>
              </a:extLst>
            </p:cNvPr>
            <p:cNvGrpSpPr>
              <a:grpSpLocks noChangeAspect="1"/>
            </p:cNvGrpSpPr>
            <p:nvPr>
              <p:custDataLst>
                <p:tags r:id="rId3"/>
              </p:custDataLst>
            </p:nvPr>
          </p:nvGrpSpPr>
          <p:grpSpPr>
            <a:xfrm>
              <a:off x="757282" y="1700808"/>
              <a:ext cx="10763205" cy="4083608"/>
              <a:chOff x="1175743" y="1700808"/>
              <a:chExt cx="10344744" cy="4083608"/>
            </a:xfrm>
          </p:grpSpPr>
          <p:sp>
            <p:nvSpPr>
              <p:cNvPr id="7" name="">
                <a:extLst>
                  <a:ext uri="{FF2B5EF4-FFF2-40B4-BE49-F238E27FC236}">
                    <a16:creationId xmlns:a16="http://schemas.microsoft.com/office/drawing/2014/main" id="{48F70259-7598-4270-874A-6F50772D10F6}"/>
                  </a:ext>
                </a:extLst>
              </p:cNvPr>
              <p:cNvSpPr txBox="1"/>
              <p:nvPr/>
            </p:nvSpPr>
            <p:spPr bwMode="auto">
              <a:xfrm>
                <a:off x="3822192" y="1780800"/>
                <a:ext cx="7698295" cy="4003616"/>
              </a:xfrm>
              <a:prstGeom prst="rect">
                <a:avLst/>
              </a:prstGeom>
              <a:noFill/>
            </p:spPr>
            <p:txBody>
              <a:bodyPr wrap="square" tIns="0" anchor="t">
                <a:noAutofit/>
              </a:bodyPr>
              <a:lstStyle>
                <a:defPPr>
                  <a:defRPr lang="zh-CN"/>
                </a:defPPr>
                <a:lvl1pPr>
                  <a:defRPr sz="1600" b="1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  <a:lvl2pPr marL="742950" indent="-28575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sym typeface="+mn-lt"/>
                  </a:rPr>
                  <a:t>Subt</a:t>
                </a:r>
                <a:r>
                  <a:rPr lang="en-US" altLang="zh-CN" sz="1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sym typeface="+mn-lt"/>
                  </a:rPr>
                  <a:t> </a:t>
                </a:r>
                <a:r>
                  <a:rPr lang="en-US" altLang="zh-CN" b="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sym typeface="+mn-lt"/>
                  </a:rPr>
                  <a:t>itle</a:t>
                </a:r>
                <a:r>
                  <a:rPr lang="en-US" altLang="zh-CN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sym typeface="+mn-lt"/>
                  </a:rPr>
                  <a:t> Here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sym typeface="+mn-lt"/>
                  </a:rPr>
                  <a:t>…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sym typeface="+mn-lt"/>
                  </a:rPr>
                  <a:t>…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sym typeface="+mn-lt"/>
                  </a:rPr>
                  <a:t>…</a:t>
                </a:r>
              </a:p>
            </p:txBody>
          </p:sp>
          <p:cxnSp>
            <p:nvCxnSpPr>
              <p:cNvPr id="8" name="">
                <a:extLst>
                  <a:ext uri="{FF2B5EF4-FFF2-40B4-BE49-F238E27FC236}">
                    <a16:creationId xmlns:a16="http://schemas.microsoft.com/office/drawing/2014/main" id="{DA1FB18E-FA01-4588-BEF9-FB96A98A84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6888" y="1780800"/>
                <a:ext cx="0" cy="4003616"/>
              </a:xfrm>
              <a:prstGeom prst="line">
                <a:avLst/>
              </a:prstGeom>
              <a:solidFill>
                <a:srgbClr val="FFCC00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" name="">
                <a:extLst>
                  <a:ext uri="{FF2B5EF4-FFF2-40B4-BE49-F238E27FC236}">
                    <a16:creationId xmlns:a16="http://schemas.microsoft.com/office/drawing/2014/main" id="{0DB1D0A1-2667-455C-9387-D7ABF0A00B8C}"/>
                  </a:ext>
                </a:extLst>
              </p:cNvPr>
              <p:cNvSpPr txBox="1"/>
              <p:nvPr/>
            </p:nvSpPr>
            <p:spPr>
              <a:xfrm>
                <a:off x="1175743" y="1700808"/>
                <a:ext cx="25211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tr-TR" sz="2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CO</a:t>
                </a:r>
                <a:r>
                  <a:rPr lang="tr-TR" sz="1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 </a:t>
                </a:r>
                <a:r>
                  <a:rPr lang="tr-TR" sz="2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NTENTS</a:t>
                </a:r>
              </a:p>
            </p:txBody>
          </p:sp>
        </p:grpSp>
        <p:sp>
          <p:nvSpPr>
            <p:cNvPr id="10" name="">
              <a:extLst>
                <a:ext uri="{FF2B5EF4-FFF2-40B4-BE49-F238E27FC236}">
                  <a16:creationId xmlns:a16="http://schemas.microsoft.com/office/drawing/2014/main" id="{ADAD6BE3-DC11-4582-9F68-50D831ADD00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379533" y="4867348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2"/>
    </p:custDataLst>
    <p:extLst>
      <p:ext uri="{BB962C8B-B14F-4D97-AF65-F5344CB8AC3E}">
        <p14:creationId xmlns:p14="http://schemas.microsoft.com/office/powerpoint/2010/main" val="911933172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>
            <a:extLst>
              <a:ext uri="{FF2B5EF4-FFF2-40B4-BE49-F238E27FC236}">
                <a16:creationId xmlns:a16="http://schemas.microsoft.com/office/drawing/2014/main" id="{E42FF03C-65EB-4C16-BDC7-C01A22623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Supporting text here.</a:t>
            </a:r>
            <a:endParaRPr lang="zh-CN" altLang="en-US" dirty="0"/>
          </a:p>
        </p:txBody>
      </p:sp>
      <p:sp>
        <p:nvSpPr>
          <p:cNvPr id="6" name="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/>
              <a:t>Supporting </a:t>
            </a:r>
            <a:r>
              <a:rPr lang="en-US" altLang="zh-CN" dirty="0" err="1"/>
              <a:t>tex</a:t>
            </a:r>
            <a:r>
              <a:rPr lang="en-US" altLang="zh-CN" dirty="0"/>
              <a:t> t here.</a:t>
            </a:r>
          </a:p>
          <a:p>
            <a:pPr lvl="0"/>
            <a:r>
              <a:rPr lang="en-US" altLang="zh-CN" dirty="0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4431184" y="3429000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</a:t>
            </a:r>
            <a:r>
              <a:rPr lang="en-US" altLang="zh-CN" sz="100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 </a:t>
            </a:r>
            <a:r>
              <a:rPr lang="en-US" altLang="zh-CN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01</a:t>
            </a:r>
            <a:endParaRPr lang="zh-CN" altLang="en-US" spc="100" dirty="0">
              <a:solidFill>
                <a:schemeClr val="bg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371597387"/>
      </p:ext>
    </p:extLst>
  </p:cSld>
  <p:clrMapOvr>
    <a:masterClrMapping/>
  </p:clrMapOvr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FF2B5EF4-FFF2-40B4-BE49-F238E27FC236}">
                <a16:creationId xmlns:a16="http://schemas.microsoft.com/office/drawing/2014/main" id="{34BF3970-1B03-4EAD-AE7F-438708B6F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Use "Title Only" Layout</a:t>
            </a:r>
            <a:endParaRPr lang="zh-CN" altLang="en-US"/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7D326AB-CCA3-492E-A48E-04AFFBE8A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6C264880-4C89-40D3-AC71-9294FFCC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097355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mc="http://schemas.openxmlformats.org/markup-compatibility/2006" xmlns:v="urn:schemas-microsoft-com:vml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" hidden="1">
            <a:extLst>
              <a:ext uri="{FF2B5EF4-FFF2-40B4-BE49-F238E27FC236}">
                <a16:creationId xmlns:a16="http://schemas.microsoft.com/office/drawing/2014/main" id="{A6A819F1-33AF-45D7-8BF6-2B0A9769CAD4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0969869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2" name="think-cell Slide" r:id="rId7" imgW="347" imgH="348" progId="TCLayout.ActiveDocument.1">
                  <p:embed/>
                </p:oleObj>
              </mc:Choice>
              <mc:Fallback>
                <p:oleObj name="think-cell Slide" r:id="rId7" imgW="347" imgH="348" progId="TCLayout.ActiveDocument.1">
                  <p:embed/>
                  <p:pic>
                    <p:nvPicPr>
                      <p:cNvPr id="3" name="" hidden="1">
                        <a:extLst>
                          <a:ext uri="{FF2B5EF4-FFF2-40B4-BE49-F238E27FC236}">
                            <a16:creationId xmlns:a16="http://schemas.microsoft.com/office/drawing/2014/main" id="{A6A819F1-33AF-45D7-8BF6-2B0A9769CA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" hidden="1">
            <a:extLst>
              <a:ext uri="{FF2B5EF4-FFF2-40B4-BE49-F238E27FC236}">
                <a16:creationId xmlns:a16="http://schemas.microsoft.com/office/drawing/2014/main" id="{FF51F16D-1BAD-46EE-A6F4-B8B94C9DF62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THANKS</a:t>
            </a:r>
            <a:endParaRPr lang="zh-CN" altLang="en-US" dirty="0"/>
          </a:p>
        </p:txBody>
      </p:sp>
      <p:sp>
        <p:nvSpPr>
          <p:cNvPr id="7" name="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/>
              <a:t>OfficePLUS</a:t>
            </a:r>
            <a:endParaRPr lang="en-US" altLang="en-US" dirty="0"/>
          </a:p>
        </p:txBody>
      </p:sp>
      <p:sp>
        <p:nvSpPr>
          <p:cNvPr id="6" name="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Speaker name and title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9EF7AFFF-1CDD-4C93-9979-8DF6AEFC6EAC}"/>
              </a:ext>
            </a:extLst>
          </p:cNvPr>
          <p:cNvSpPr txBox="1"/>
          <p:nvPr/>
        </p:nvSpPr>
        <p:spPr>
          <a:xfrm>
            <a:off x="809625" y="273903"/>
            <a:ext cx="1404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</a:rPr>
              <a:t>LOGO HERE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grpSp>
        <p:nvGrpSpPr>
          <p:cNvPr id="8" name="">
            <a:extLst>
              <a:ext uri="{FF2B5EF4-FFF2-40B4-BE49-F238E27FC236}">
                <a16:creationId xmlns:a16="http://schemas.microsoft.com/office/drawing/2014/main" id="{204AA657-70F8-4749-A1DE-039A771F97D6}"/>
              </a:ext>
            </a:extLst>
          </p:cNvPr>
          <p:cNvGrpSpPr/>
          <p:nvPr/>
        </p:nvGrpSpPr>
        <p:grpSpPr>
          <a:xfrm>
            <a:off x="809625" y="1384381"/>
            <a:ext cx="994183" cy="348778"/>
            <a:chOff x="9333111" y="1384381"/>
            <a:chExt cx="994183" cy="348778"/>
          </a:xfrm>
        </p:grpSpPr>
        <p:sp>
          <p:nvSpPr>
            <p:cNvPr id="9" name="">
              <a:extLst>
                <a:ext uri="{FF2B5EF4-FFF2-40B4-BE49-F238E27FC236}">
                  <a16:creationId xmlns:a16="http://schemas.microsoft.com/office/drawing/2014/main" id="{B206D863-AA64-456E-98C4-5D4BB79E3B4E}"/>
                </a:ext>
              </a:extLst>
            </p:cNvPr>
            <p:cNvSpPr txBox="1"/>
            <p:nvPr/>
          </p:nvSpPr>
          <p:spPr>
            <a:xfrm>
              <a:off x="9333111" y="1384381"/>
              <a:ext cx="37863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chemeClr val="bg1">
                      <a:lumMod val="95000"/>
                      <a:alpha val="50000"/>
                    </a:schemeClr>
                  </a:solidFill>
                </a:rPr>
                <a:t>ONE</a:t>
              </a:r>
              <a:endParaRPr lang="zh-CN" altLang="en-US" sz="700" dirty="0">
                <a:solidFill>
                  <a:schemeClr val="bg1">
                    <a:lumMod val="95000"/>
                    <a:alpha val="50000"/>
                  </a:schemeClr>
                </a:solidFill>
              </a:endParaRPr>
            </a:p>
          </p:txBody>
        </p:sp>
        <p:sp>
          <p:nvSpPr>
            <p:cNvPr id="10" name="">
              <a:extLst>
                <a:ext uri="{FF2B5EF4-FFF2-40B4-BE49-F238E27FC236}">
                  <a16:creationId xmlns:a16="http://schemas.microsoft.com/office/drawing/2014/main" id="{2FD9DBBB-4C29-4F96-9C37-E15125152815}"/>
                </a:ext>
              </a:extLst>
            </p:cNvPr>
            <p:cNvSpPr txBox="1"/>
            <p:nvPr/>
          </p:nvSpPr>
          <p:spPr>
            <a:xfrm>
              <a:off x="9333111" y="1533104"/>
              <a:ext cx="99418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chemeClr val="bg1">
                      <a:lumMod val="95000"/>
                      <a:alpha val="90000"/>
                    </a:schemeClr>
                  </a:solidFill>
                </a:rPr>
                <a:t>Supporting text here</a:t>
              </a:r>
            </a:p>
          </p:txBody>
        </p:sp>
      </p:grpSp>
      <p:grpSp>
        <p:nvGrpSpPr>
          <p:cNvPr id="11" name="">
            <a:extLst>
              <a:ext uri="{FF2B5EF4-FFF2-40B4-BE49-F238E27FC236}">
                <a16:creationId xmlns:a16="http://schemas.microsoft.com/office/drawing/2014/main" id="{1B163225-D1B9-4D14-8914-22D98D253411}"/>
              </a:ext>
            </a:extLst>
          </p:cNvPr>
          <p:cNvGrpSpPr/>
          <p:nvPr/>
        </p:nvGrpSpPr>
        <p:grpSpPr>
          <a:xfrm>
            <a:off x="809625" y="1944732"/>
            <a:ext cx="994183" cy="347814"/>
            <a:chOff x="9333111" y="2041063"/>
            <a:chExt cx="994183" cy="347814"/>
          </a:xfrm>
        </p:grpSpPr>
        <p:sp>
          <p:nvSpPr>
            <p:cNvPr id="12" name="">
              <a:extLst>
                <a:ext uri="{FF2B5EF4-FFF2-40B4-BE49-F238E27FC236}">
                  <a16:creationId xmlns:a16="http://schemas.microsoft.com/office/drawing/2014/main" id="{85C81A16-8DA2-4906-B0BC-3FD31ADD473D}"/>
                </a:ext>
              </a:extLst>
            </p:cNvPr>
            <p:cNvSpPr txBox="1"/>
            <p:nvPr/>
          </p:nvSpPr>
          <p:spPr>
            <a:xfrm>
              <a:off x="9333111" y="2041063"/>
              <a:ext cx="39466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chemeClr val="bg1">
                      <a:lumMod val="95000"/>
                      <a:alpha val="50000"/>
                    </a:schemeClr>
                  </a:solidFill>
                </a:rPr>
                <a:t>TWO</a:t>
              </a:r>
              <a:endParaRPr lang="zh-CN" altLang="en-US" sz="700" dirty="0">
                <a:solidFill>
                  <a:schemeClr val="bg1">
                    <a:lumMod val="95000"/>
                    <a:alpha val="50000"/>
                  </a:schemeClr>
                </a:solidFill>
              </a:endParaRPr>
            </a:p>
          </p:txBody>
        </p:sp>
        <p:sp>
          <p:nvSpPr>
            <p:cNvPr id="13" name="">
              <a:extLst>
                <a:ext uri="{FF2B5EF4-FFF2-40B4-BE49-F238E27FC236}">
                  <a16:creationId xmlns:a16="http://schemas.microsoft.com/office/drawing/2014/main" id="{C6A43688-EA34-44B0-AEF5-9AD9AA463BE8}"/>
                </a:ext>
              </a:extLst>
            </p:cNvPr>
            <p:cNvSpPr txBox="1"/>
            <p:nvPr/>
          </p:nvSpPr>
          <p:spPr>
            <a:xfrm>
              <a:off x="9333111" y="2188822"/>
              <a:ext cx="99418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chemeClr val="bg1">
                      <a:lumMod val="95000"/>
                      <a:alpha val="90000"/>
                    </a:schemeClr>
                  </a:solidFill>
                </a:rPr>
                <a:t>Supporting text here</a:t>
              </a:r>
            </a:p>
          </p:txBody>
        </p:sp>
      </p:grpSp>
      <p:grpSp>
        <p:nvGrpSpPr>
          <p:cNvPr id="14" name="">
            <a:extLst>
              <a:ext uri="{FF2B5EF4-FFF2-40B4-BE49-F238E27FC236}">
                <a16:creationId xmlns:a16="http://schemas.microsoft.com/office/drawing/2014/main" id="{F1561502-C601-4B1E-A57F-0D9B9727A1C0}"/>
              </a:ext>
            </a:extLst>
          </p:cNvPr>
          <p:cNvGrpSpPr/>
          <p:nvPr/>
        </p:nvGrpSpPr>
        <p:grpSpPr>
          <a:xfrm>
            <a:off x="809625" y="2504119"/>
            <a:ext cx="994183" cy="346850"/>
            <a:chOff x="9333111" y="2697745"/>
            <a:chExt cx="994183" cy="346850"/>
          </a:xfrm>
        </p:grpSpPr>
        <p:sp>
          <p:nvSpPr>
            <p:cNvPr id="15" name="">
              <a:extLst>
                <a:ext uri="{FF2B5EF4-FFF2-40B4-BE49-F238E27FC236}">
                  <a16:creationId xmlns:a16="http://schemas.microsoft.com/office/drawing/2014/main" id="{E9DF38BD-E517-418B-9895-2BF4593B1584}"/>
                </a:ext>
              </a:extLst>
            </p:cNvPr>
            <p:cNvSpPr txBox="1"/>
            <p:nvPr/>
          </p:nvSpPr>
          <p:spPr>
            <a:xfrm>
              <a:off x="9333111" y="2697745"/>
              <a:ext cx="48603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chemeClr val="bg1">
                      <a:lumMod val="95000"/>
                      <a:alpha val="50000"/>
                    </a:schemeClr>
                  </a:solidFill>
                </a:rPr>
                <a:t>THREE</a:t>
              </a:r>
              <a:endParaRPr lang="zh-CN" altLang="en-US" sz="700" dirty="0">
                <a:solidFill>
                  <a:schemeClr val="bg1">
                    <a:lumMod val="95000"/>
                    <a:alpha val="50000"/>
                  </a:schemeClr>
                </a:solidFill>
              </a:endParaRPr>
            </a:p>
          </p:txBody>
        </p:sp>
        <p:sp>
          <p:nvSpPr>
            <p:cNvPr id="17" name="">
              <a:extLst>
                <a:ext uri="{FF2B5EF4-FFF2-40B4-BE49-F238E27FC236}">
                  <a16:creationId xmlns:a16="http://schemas.microsoft.com/office/drawing/2014/main" id="{CDD7DE99-88BC-424D-B299-795EC3A530B7}"/>
                </a:ext>
              </a:extLst>
            </p:cNvPr>
            <p:cNvSpPr txBox="1"/>
            <p:nvPr/>
          </p:nvSpPr>
          <p:spPr>
            <a:xfrm>
              <a:off x="9333111" y="2844540"/>
              <a:ext cx="99418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chemeClr val="bg1">
                      <a:lumMod val="95000"/>
                      <a:alpha val="90000"/>
                    </a:schemeClr>
                  </a:solidFill>
                </a:rPr>
                <a:t>Supporting text here</a:t>
              </a:r>
            </a:p>
          </p:txBody>
        </p:sp>
      </p:grpSp>
      <p:cxnSp>
        <p:nvCxnSpPr>
          <p:cNvPr id="18" name="">
            <a:extLst>
              <a:ext uri="{FF2B5EF4-FFF2-40B4-BE49-F238E27FC236}">
                <a16:creationId xmlns:a16="http://schemas.microsoft.com/office/drawing/2014/main" id="{9374FFE5-C186-47DF-ABC6-FD6D1C51CA16}"/>
              </a:ext>
            </a:extLst>
          </p:cNvPr>
          <p:cNvCxnSpPr>
            <a:cxnSpLocks/>
          </p:cNvCxnSpPr>
          <p:nvPr/>
        </p:nvCxnSpPr>
        <p:spPr>
          <a:xfrm>
            <a:off x="3203811" y="1451108"/>
            <a:ext cx="0" cy="212925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">
            <a:extLst>
              <a:ext uri="{FF2B5EF4-FFF2-40B4-BE49-F238E27FC236}">
                <a16:creationId xmlns:a16="http://schemas.microsoft.com/office/drawing/2014/main" id="{527BCD38-E6AE-4E3F-BC92-3BB7EDACD3A6}"/>
              </a:ext>
            </a:extLst>
          </p:cNvPr>
          <p:cNvSpPr txBox="1"/>
          <p:nvPr/>
        </p:nvSpPr>
        <p:spPr>
          <a:xfrm>
            <a:off x="1204285" y="5712912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</a:rPr>
              <a:t>20XX</a:t>
            </a:r>
            <a:endParaRPr lang="zh-CN" alt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custDataLst>
      <p:tags r:id="rId3"/>
    </p:custDataLst>
    <p:extLst>
      <p:ext uri="{BB962C8B-B14F-4D97-AF65-F5344CB8AC3E}">
        <p14:creationId xmlns:p14="http://schemas.microsoft.com/office/powerpoint/2010/main" val="12590430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THINKCELLUNDODONOTDELETE" val="0"/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  <p:tag name="ISLIDE.THEME" val="dad7dd1f-aeef-45c1-9804-4c488ce20dd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b751056-6b97-492c-b763-340acee7e99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Smkff3fSzGMOuItfjj3Fw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DCD78"/>
      </a:accent1>
      <a:accent2>
        <a:srgbClr val="DD5869"/>
      </a:accent2>
      <a:accent3>
        <a:srgbClr val="68B18C"/>
      </a:accent3>
      <a:accent4>
        <a:srgbClr val="ECB373"/>
      </a:accent4>
      <a:accent5>
        <a:srgbClr val="272114"/>
      </a:accent5>
      <a:accent6>
        <a:srgbClr val="999999"/>
      </a:accent6>
      <a:hlink>
        <a:srgbClr val="E70000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" id="{67B8195C-78B5-4655-B8E8-C8B7BE717FE7}" vid="{3B971AAA-797F-4F55-B7B0-B3003B7CB0CD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78495"/>
    </a:dk2>
    <a:lt2>
      <a:srgbClr val="F0F0F0"/>
    </a:lt2>
    <a:accent1>
      <a:srgbClr val="FDCD78"/>
    </a:accent1>
    <a:accent2>
      <a:srgbClr val="DD5869"/>
    </a:accent2>
    <a:accent3>
      <a:srgbClr val="68B18C"/>
    </a:accent3>
    <a:accent4>
      <a:srgbClr val="ECB373"/>
    </a:accent4>
    <a:accent5>
      <a:srgbClr val="272114"/>
    </a:accent5>
    <a:accent6>
      <a:srgbClr val="999999"/>
    </a:accent6>
    <a:hlink>
      <a:srgbClr val="E70000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78495"/>
    </a:dk2>
    <a:lt2>
      <a:srgbClr val="F0F0F0"/>
    </a:lt2>
    <a:accent1>
      <a:srgbClr val="FDCD78"/>
    </a:accent1>
    <a:accent2>
      <a:srgbClr val="DD5869"/>
    </a:accent2>
    <a:accent3>
      <a:srgbClr val="68B18C"/>
    </a:accent3>
    <a:accent4>
      <a:srgbClr val="ECB373"/>
    </a:accent4>
    <a:accent5>
      <a:srgbClr val="272114"/>
    </a:accent5>
    <a:accent6>
      <a:srgbClr val="999999"/>
    </a:accent6>
    <a:hlink>
      <a:srgbClr val="E70000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78495"/>
    </a:dk2>
    <a:lt2>
      <a:srgbClr val="F0F0F0"/>
    </a:lt2>
    <a:accent1>
      <a:srgbClr val="FDCD78"/>
    </a:accent1>
    <a:accent2>
      <a:srgbClr val="DD5869"/>
    </a:accent2>
    <a:accent3>
      <a:srgbClr val="68B18C"/>
    </a:accent3>
    <a:accent4>
      <a:srgbClr val="ECB373"/>
    </a:accent4>
    <a:accent5>
      <a:srgbClr val="272114"/>
    </a:accent5>
    <a:accent6>
      <a:srgbClr val="999999"/>
    </a:accent6>
    <a:hlink>
      <a:srgbClr val="E70000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78495"/>
    </a:dk2>
    <a:lt2>
      <a:srgbClr val="F0F0F0"/>
    </a:lt2>
    <a:accent1>
      <a:srgbClr val="FDCD78"/>
    </a:accent1>
    <a:accent2>
      <a:srgbClr val="DD5869"/>
    </a:accent2>
    <a:accent3>
      <a:srgbClr val="68B18C"/>
    </a:accent3>
    <a:accent4>
      <a:srgbClr val="ECB373"/>
    </a:accent4>
    <a:accent5>
      <a:srgbClr val="272114"/>
    </a:accent5>
    <a:accent6>
      <a:srgbClr val="999999"/>
    </a:accent6>
    <a:hlink>
      <a:srgbClr val="E70000"/>
    </a:hlink>
    <a:folHlink>
      <a:srgbClr val="BFBFBF"/>
    </a:folHlink>
  </a:clrScheme>
</a:themeOverride>
</file>

<file path=docProps/app.xml><?xml version="1.0" encoding="utf-8"?>
<ap:Properties xmlns:vt="http://schemas.openxmlformats.org/officeDocument/2006/docPropsVTypes" xmlns:ap="http://schemas.openxmlformats.org/officeDocument/2006/extended-properties">
  <ap:Words>1129</ap:Words>
  <ap:Application>Microsoft Office PowerPoint</ap:Application>
  <ap:PresentationFormat>宽屏</ap:PresentationFormat>
  <ap:Paragraphs>139</ap:Paragraphs>
  <ap:Slides>12</ap:Slides>
  <ap:Notes>7</ap:Notes>
  <ap:HiddenSlides>7</ap:HiddenSlides>
  <ap:MMClips>0</ap:MMClips>
  <ap:ScaleCrop>false</ap:ScaleCrop>
  <ap:HeadingPairs>
    <vt:vector baseType="variant" size="8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ap:HeadingPairs>
  <ap:TitlesOfParts>
    <vt:vector baseType="lpstr" size="19">
      <vt:lpstr>等线</vt:lpstr>
      <vt:lpstr>微软雅黑</vt:lpstr>
      <vt:lpstr>Arial</vt:lpstr>
      <vt:lpstr>Calibri</vt:lpstr>
      <vt:lpstr>Impact</vt:lpstr>
      <vt:lpstr>主题5</vt:lpstr>
      <vt:lpstr>think-cell Slide</vt:lpstr>
      <vt:lpstr>PowerPoint 演示文稿</vt:lpstr>
      <vt:lpstr>PowerPoint 演示文稿</vt:lpstr>
      <vt:lpstr>Supporting text here.</vt:lpstr>
      <vt:lpstr>Use "Title Only" Layout</vt:lpstr>
      <vt:lpstr>THANKS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ap:TitlesOfParts>
  <ap:LinksUpToDate>false</ap:LinksUpToDate>
  <ap:SharedDoc>false</ap:SharedDoc>
  <ap:HyperlinkBase>https://www.islide.cc</ap:HyperlinkBase>
  <ap:HyperlinksChanged>false</ap:HyperlinksChanged>
  <ap:AppVersion>16.0000</ap:AppVersion>
  <ap:Company>iSlide</ap:Company>
  <ap:Manager>iSlide</ap:Manager>
  <ap:TotalTime>0</ap:TotalTime>
  <ap:Template>Mu</ap:Template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iSlide® PowerPoint standard template</dc:title>
  <dc:creator>Mu</dc:creator>
  <lastModifiedBy>Mu</lastModifiedBy>
  <revision>1</revision>
  <lastPrinted>2020-09-23T16:00:00.0000000Z</lastPrinted>
  <dcterms:created xsi:type="dcterms:W3CDTF">2020-09-23T16:00:00.0000000Z</dcterms:created>
  <dcterms:modified xsi:type="dcterms:W3CDTF">2020-09-23T16:00:00.0000000Z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