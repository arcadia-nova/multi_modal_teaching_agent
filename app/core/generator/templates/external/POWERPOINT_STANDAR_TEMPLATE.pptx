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9" r:id="rId3"/>
    <p:sldId id="258" r:id="rId4"/>
    <p:sldId id="270" r:id="rId5"/>
    <p:sldId id="261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5F"/>
    <a:srgbClr val="E6E6E6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>
        <p:scale>
          <a:sx n="75" d="100"/>
          <a:sy n="75" d="100"/>
        </p:scale>
        <p:origin x="1128" y="8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13" /><Relationship Type="http://schemas.openxmlformats.org/officeDocument/2006/relationships/slide" Target="slides/slide2.xml" Id="rId3" /><Relationship Type="http://schemas.openxmlformats.org/officeDocument/2006/relationships/tags" Target="tags/tag1.xml" Id="rId12" /><Relationship Type="http://schemas.openxmlformats.org/officeDocument/2006/relationships/slide" Target="slides/slide1.xml" Id="rId2" /><Relationship Type="http://schemas.openxmlformats.org/officeDocument/2006/relationships/tableStyles" Target="tableStyles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handoutMaster" Target="handoutMasters/handoutMaster1.xml" Id="rId11" /><Relationship Type="http://schemas.openxmlformats.org/officeDocument/2006/relationships/slide" Target="slides/slide4.xml" Id="rId5" /><Relationship Type="http://schemas.openxmlformats.org/officeDocument/2006/relationships/theme" Target="theme/theme1.xml" Id="rId15" /><Relationship Type="http://schemas.openxmlformats.org/officeDocument/2006/relationships/notesMaster" Target="notesMasters/notesMaster1.xml" Id="rId10" /><Relationship Type="http://schemas.openxmlformats.org/officeDocument/2006/relationships/slide" Target="slides/slide3.xml" Id="rId4" /><Relationship Type="http://schemas.openxmlformats.org/officeDocument/2006/relationships/viewProps" Target="viewProps.xml" Id="rId14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2019/12/3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2019/12/3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">
            <a:extLst>
              <a:ext uri="{FF2B5EF4-FFF2-40B4-BE49-F238E27FC236}">
                <a16:creationId xmlns:a16="http://schemas.microsoft.com/office/drawing/2014/main" id="{BCC7E8A1-CDF5-404E-85FF-6FF2D17B3D18}"/>
              </a:ext>
            </a:extLst>
          </p:cNvPr>
          <p:cNvGrpSpPr/>
          <p:nvPr userDrawn="1"/>
        </p:nvGrpSpPr>
        <p:grpSpPr>
          <a:xfrm>
            <a:off x="0" y="0"/>
            <a:ext cx="12191994" cy="6857998"/>
            <a:chOff x="0" y="0"/>
            <a:chExt cx="12191994" cy="6857998"/>
          </a:xfrm>
        </p:grpSpPr>
        <p:grpSp>
          <p:nvGrpSpPr>
            <p:cNvPr id="52" name="">
              <a:extLst>
                <a:ext uri="{FF2B5EF4-FFF2-40B4-BE49-F238E27FC236}">
                  <a16:creationId xmlns:a16="http://schemas.microsoft.com/office/drawing/2014/main" id="{6696CAE7-8420-4225-B7A1-5C0EBB3190D0}"/>
                </a:ext>
              </a:extLst>
            </p:cNvPr>
            <p:cNvGrpSpPr/>
            <p:nvPr userDrawn="1"/>
          </p:nvGrpSpPr>
          <p:grpSpPr>
            <a:xfrm>
              <a:off x="0" y="444500"/>
              <a:ext cx="12191994" cy="5969000"/>
              <a:chOff x="0" y="571500"/>
              <a:chExt cx="12192000" cy="5969000"/>
            </a:xfrm>
          </p:grpSpPr>
          <p:cxnSp>
            <p:nvCxnSpPr>
              <p:cNvPr id="76" name="">
                <a:extLst>
                  <a:ext uri="{FF2B5EF4-FFF2-40B4-BE49-F238E27FC236}">
                    <a16:creationId xmlns:a16="http://schemas.microsoft.com/office/drawing/2014/main" id="{D75FC6F9-021E-4303-8103-4A46CADC7060}"/>
                  </a:ext>
                </a:extLst>
              </p:cNvPr>
              <p:cNvCxnSpPr/>
              <p:nvPr userDrawn="1"/>
            </p:nvCxnSpPr>
            <p:spPr>
              <a:xfrm>
                <a:off x="0" y="571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">
                <a:extLst>
                  <a:ext uri="{FF2B5EF4-FFF2-40B4-BE49-F238E27FC236}">
                    <a16:creationId xmlns:a16="http://schemas.microsoft.com/office/drawing/2014/main" id="{C64DACD0-8D0E-4D4A-B530-C9DD5EE2CFA9}"/>
                  </a:ext>
                </a:extLst>
              </p:cNvPr>
              <p:cNvCxnSpPr/>
              <p:nvPr userDrawn="1"/>
            </p:nvCxnSpPr>
            <p:spPr>
              <a:xfrm>
                <a:off x="0" y="11684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">
                <a:extLst>
                  <a:ext uri="{FF2B5EF4-FFF2-40B4-BE49-F238E27FC236}">
                    <a16:creationId xmlns:a16="http://schemas.microsoft.com/office/drawing/2014/main" id="{0352DB14-0ECF-4DA7-A3F8-22FDE5534A5A}"/>
                  </a:ext>
                </a:extLst>
              </p:cNvPr>
              <p:cNvCxnSpPr/>
              <p:nvPr userDrawn="1"/>
            </p:nvCxnSpPr>
            <p:spPr>
              <a:xfrm>
                <a:off x="0" y="17653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">
                <a:extLst>
                  <a:ext uri="{FF2B5EF4-FFF2-40B4-BE49-F238E27FC236}">
                    <a16:creationId xmlns:a16="http://schemas.microsoft.com/office/drawing/2014/main" id="{14FAF947-4325-469C-9AEA-FAEAD73C3939}"/>
                  </a:ext>
                </a:extLst>
              </p:cNvPr>
              <p:cNvCxnSpPr/>
              <p:nvPr userDrawn="1"/>
            </p:nvCxnSpPr>
            <p:spPr>
              <a:xfrm>
                <a:off x="0" y="23622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">
                <a:extLst>
                  <a:ext uri="{FF2B5EF4-FFF2-40B4-BE49-F238E27FC236}">
                    <a16:creationId xmlns:a16="http://schemas.microsoft.com/office/drawing/2014/main" id="{76D4E383-EA1C-4538-A587-5D23429F2A7D}"/>
                  </a:ext>
                </a:extLst>
              </p:cNvPr>
              <p:cNvCxnSpPr/>
              <p:nvPr userDrawn="1"/>
            </p:nvCxnSpPr>
            <p:spPr>
              <a:xfrm>
                <a:off x="0" y="29591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">
                <a:extLst>
                  <a:ext uri="{FF2B5EF4-FFF2-40B4-BE49-F238E27FC236}">
                    <a16:creationId xmlns:a16="http://schemas.microsoft.com/office/drawing/2014/main" id="{76F3FAB8-223F-4F3A-8A9C-49E85FAA1CAC}"/>
                  </a:ext>
                </a:extLst>
              </p:cNvPr>
              <p:cNvCxnSpPr/>
              <p:nvPr userDrawn="1"/>
            </p:nvCxnSpPr>
            <p:spPr>
              <a:xfrm>
                <a:off x="0" y="35560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">
                <a:extLst>
                  <a:ext uri="{FF2B5EF4-FFF2-40B4-BE49-F238E27FC236}">
                    <a16:creationId xmlns:a16="http://schemas.microsoft.com/office/drawing/2014/main" id="{F36C1783-8AF9-480F-9AB6-A9EFE5B0201F}"/>
                  </a:ext>
                </a:extLst>
              </p:cNvPr>
              <p:cNvCxnSpPr/>
              <p:nvPr userDrawn="1"/>
            </p:nvCxnSpPr>
            <p:spPr>
              <a:xfrm>
                <a:off x="0" y="41529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">
                <a:extLst>
                  <a:ext uri="{FF2B5EF4-FFF2-40B4-BE49-F238E27FC236}">
                    <a16:creationId xmlns:a16="http://schemas.microsoft.com/office/drawing/2014/main" id="{F2FC296B-1D77-4BD6-81BB-E099C41971BB}"/>
                  </a:ext>
                </a:extLst>
              </p:cNvPr>
              <p:cNvCxnSpPr/>
              <p:nvPr userDrawn="1"/>
            </p:nvCxnSpPr>
            <p:spPr>
              <a:xfrm>
                <a:off x="0" y="47498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">
                <a:extLst>
                  <a:ext uri="{FF2B5EF4-FFF2-40B4-BE49-F238E27FC236}">
                    <a16:creationId xmlns:a16="http://schemas.microsoft.com/office/drawing/2014/main" id="{7383F47B-1466-4A46-AE24-053B9AA05A12}"/>
                  </a:ext>
                </a:extLst>
              </p:cNvPr>
              <p:cNvCxnSpPr/>
              <p:nvPr userDrawn="1"/>
            </p:nvCxnSpPr>
            <p:spPr>
              <a:xfrm>
                <a:off x="0" y="53467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">
                <a:extLst>
                  <a:ext uri="{FF2B5EF4-FFF2-40B4-BE49-F238E27FC236}">
                    <a16:creationId xmlns:a16="http://schemas.microsoft.com/office/drawing/2014/main" id="{C1B3F4EB-9D81-40E1-8940-3988A3BEBF52}"/>
                  </a:ext>
                </a:extLst>
              </p:cNvPr>
              <p:cNvCxnSpPr/>
              <p:nvPr userDrawn="1"/>
            </p:nvCxnSpPr>
            <p:spPr>
              <a:xfrm>
                <a:off x="0" y="59436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">
                <a:extLst>
                  <a:ext uri="{FF2B5EF4-FFF2-40B4-BE49-F238E27FC236}">
                    <a16:creationId xmlns:a16="http://schemas.microsoft.com/office/drawing/2014/main" id="{9FAC2DF6-EEE5-435A-B1D0-C3E8D723C740}"/>
                  </a:ext>
                </a:extLst>
              </p:cNvPr>
              <p:cNvCxnSpPr/>
              <p:nvPr userDrawn="1"/>
            </p:nvCxnSpPr>
            <p:spPr>
              <a:xfrm>
                <a:off x="0" y="6540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">
              <a:extLst>
                <a:ext uri="{FF2B5EF4-FFF2-40B4-BE49-F238E27FC236}">
                  <a16:creationId xmlns:a16="http://schemas.microsoft.com/office/drawing/2014/main" id="{B2670098-902D-41A7-8091-959F1305167B}"/>
                </a:ext>
              </a:extLst>
            </p:cNvPr>
            <p:cNvGrpSpPr/>
            <p:nvPr userDrawn="1"/>
          </p:nvGrpSpPr>
          <p:grpSpPr>
            <a:xfrm>
              <a:off x="419100" y="0"/>
              <a:ext cx="11353800" cy="6857998"/>
              <a:chOff x="558800" y="-2197100"/>
              <a:chExt cx="11353800" cy="12192000"/>
            </a:xfrm>
          </p:grpSpPr>
          <p:grpSp>
            <p:nvGrpSpPr>
              <p:cNvPr id="54" name="">
                <a:extLst>
                  <a:ext uri="{FF2B5EF4-FFF2-40B4-BE49-F238E27FC236}">
                    <a16:creationId xmlns:a16="http://schemas.microsoft.com/office/drawing/2014/main" id="{E8FC575B-1FB2-4E7C-BE55-89C49D666236}"/>
                  </a:ext>
                </a:extLst>
              </p:cNvPr>
              <p:cNvGrpSpPr/>
              <p:nvPr userDrawn="1"/>
            </p:nvGrpSpPr>
            <p:grpSpPr>
              <a:xfrm rot="16200000">
                <a:off x="-2552700" y="914400"/>
                <a:ext cx="12192000" cy="5969000"/>
                <a:chOff x="0" y="571500"/>
                <a:chExt cx="12192000" cy="5969000"/>
              </a:xfrm>
            </p:grpSpPr>
            <p:cxnSp>
              <p:nvCxnSpPr>
                <p:cNvPr id="65" name="">
                  <a:extLst>
                    <a:ext uri="{FF2B5EF4-FFF2-40B4-BE49-F238E27FC236}">
                      <a16:creationId xmlns:a16="http://schemas.microsoft.com/office/drawing/2014/main" id="{F10D639B-FE4F-450C-88FF-BC4DA9FAA961}"/>
                    </a:ext>
                  </a:extLst>
                </p:cNvPr>
                <p:cNvCxnSpPr/>
                <p:nvPr userDrawn="1"/>
              </p:nvCxnSpPr>
              <p:spPr>
                <a:xfrm>
                  <a:off x="0" y="571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">
                  <a:extLst>
                    <a:ext uri="{FF2B5EF4-FFF2-40B4-BE49-F238E27FC236}">
                      <a16:creationId xmlns:a16="http://schemas.microsoft.com/office/drawing/2014/main" id="{C80E9961-CEF2-4817-9516-95C17C7BCC82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">
                  <a:extLst>
                    <a:ext uri="{FF2B5EF4-FFF2-40B4-BE49-F238E27FC236}">
                      <a16:creationId xmlns:a16="http://schemas.microsoft.com/office/drawing/2014/main" id="{EF13AA03-2BDE-4B48-98C0-8B4B68652A35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">
                  <a:extLst>
                    <a:ext uri="{FF2B5EF4-FFF2-40B4-BE49-F238E27FC236}">
                      <a16:creationId xmlns:a16="http://schemas.microsoft.com/office/drawing/2014/main" id="{B34225CE-C686-498C-BD1E-72F27EAD3DB6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">
                  <a:extLst>
                    <a:ext uri="{FF2B5EF4-FFF2-40B4-BE49-F238E27FC236}">
                      <a16:creationId xmlns:a16="http://schemas.microsoft.com/office/drawing/2014/main" id="{24117C8B-ED3C-4397-A3BD-627E42B53122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">
                  <a:extLst>
                    <a:ext uri="{FF2B5EF4-FFF2-40B4-BE49-F238E27FC236}">
                      <a16:creationId xmlns:a16="http://schemas.microsoft.com/office/drawing/2014/main" id="{E5C87F3B-7C8A-42A3-8617-ECA9B796D708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">
                  <a:extLst>
                    <a:ext uri="{FF2B5EF4-FFF2-40B4-BE49-F238E27FC236}">
                      <a16:creationId xmlns:a16="http://schemas.microsoft.com/office/drawing/2014/main" id="{7D7D884A-5AE3-47BE-8CD7-EF47921FA5AA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">
                  <a:extLst>
                    <a:ext uri="{FF2B5EF4-FFF2-40B4-BE49-F238E27FC236}">
                      <a16:creationId xmlns:a16="http://schemas.microsoft.com/office/drawing/2014/main" id="{BDE82D2F-AE59-4BF0-98EE-269C8D9A6403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">
                  <a:extLst>
                    <a:ext uri="{FF2B5EF4-FFF2-40B4-BE49-F238E27FC236}">
                      <a16:creationId xmlns:a16="http://schemas.microsoft.com/office/drawing/2014/main" id="{B30D1B7E-620C-4223-97B7-6E043DD1F2BB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">
                  <a:extLst>
                    <a:ext uri="{FF2B5EF4-FFF2-40B4-BE49-F238E27FC236}">
                      <a16:creationId xmlns:a16="http://schemas.microsoft.com/office/drawing/2014/main" id="{227A2BC7-234D-40DB-994F-B423BD6E17B8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">
                  <a:extLst>
                    <a:ext uri="{FF2B5EF4-FFF2-40B4-BE49-F238E27FC236}">
                      <a16:creationId xmlns:a16="http://schemas.microsoft.com/office/drawing/2014/main" id="{E5A24D94-5D34-4343-97F4-88895A0BF202}"/>
                    </a:ext>
                  </a:extLst>
                </p:cNvPr>
                <p:cNvCxnSpPr/>
                <p:nvPr userDrawn="1"/>
              </p:nvCxnSpPr>
              <p:spPr>
                <a:xfrm>
                  <a:off x="0" y="6540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">
                <a:extLst>
                  <a:ext uri="{FF2B5EF4-FFF2-40B4-BE49-F238E27FC236}">
                    <a16:creationId xmlns:a16="http://schemas.microsoft.com/office/drawing/2014/main" id="{22A1C31C-5FA1-4110-8DA7-57C00F579A49}"/>
                  </a:ext>
                </a:extLst>
              </p:cNvPr>
              <p:cNvGrpSpPr/>
              <p:nvPr userDrawn="1"/>
            </p:nvGrpSpPr>
            <p:grpSpPr>
              <a:xfrm rot="16200000">
                <a:off x="3429000" y="1511300"/>
                <a:ext cx="12192000" cy="4775200"/>
                <a:chOff x="0" y="1168400"/>
                <a:chExt cx="12192000" cy="4775200"/>
              </a:xfrm>
            </p:grpSpPr>
            <p:cxnSp>
              <p:nvCxnSpPr>
                <p:cNvPr id="56" name="">
                  <a:extLst>
                    <a:ext uri="{FF2B5EF4-FFF2-40B4-BE49-F238E27FC236}">
                      <a16:creationId xmlns:a16="http://schemas.microsoft.com/office/drawing/2014/main" id="{810ADECD-7F33-4318-AEAB-28029AE25099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">
                  <a:extLst>
                    <a:ext uri="{FF2B5EF4-FFF2-40B4-BE49-F238E27FC236}">
                      <a16:creationId xmlns:a16="http://schemas.microsoft.com/office/drawing/2014/main" id="{68AC3921-1988-4DB1-9B5D-E0380D2DED6A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">
                  <a:extLst>
                    <a:ext uri="{FF2B5EF4-FFF2-40B4-BE49-F238E27FC236}">
                      <a16:creationId xmlns:a16="http://schemas.microsoft.com/office/drawing/2014/main" id="{258CBF70-17B9-4004-A624-721E631784F3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">
                  <a:extLst>
                    <a:ext uri="{FF2B5EF4-FFF2-40B4-BE49-F238E27FC236}">
                      <a16:creationId xmlns:a16="http://schemas.microsoft.com/office/drawing/2014/main" id="{4B34BD11-BA4B-4526-9503-1AEE07D73564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">
                  <a:extLst>
                    <a:ext uri="{FF2B5EF4-FFF2-40B4-BE49-F238E27FC236}">
                      <a16:creationId xmlns:a16="http://schemas.microsoft.com/office/drawing/2014/main" id="{4DEBDBF5-BB02-48A3-98BA-23D48849D326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">
                  <a:extLst>
                    <a:ext uri="{FF2B5EF4-FFF2-40B4-BE49-F238E27FC236}">
                      <a16:creationId xmlns:a16="http://schemas.microsoft.com/office/drawing/2014/main" id="{0F8E97C7-DB6A-4AD7-ADA6-7BBE19BBCDF5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">
                  <a:extLst>
                    <a:ext uri="{FF2B5EF4-FFF2-40B4-BE49-F238E27FC236}">
                      <a16:creationId xmlns:a16="http://schemas.microsoft.com/office/drawing/2014/main" id="{A8E12B18-1D5C-4FE6-8223-7B0CD0A9FCEC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">
                  <a:extLst>
                    <a:ext uri="{FF2B5EF4-FFF2-40B4-BE49-F238E27FC236}">
                      <a16:creationId xmlns:a16="http://schemas.microsoft.com/office/drawing/2014/main" id="{3DE2F74B-9FB2-4A40-BCF9-48440255BBF7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">
                  <a:extLst>
                    <a:ext uri="{FF2B5EF4-FFF2-40B4-BE49-F238E27FC236}">
                      <a16:creationId xmlns:a16="http://schemas.microsoft.com/office/drawing/2014/main" id="{9751626D-9F7D-4F1C-ABC1-71C9417EBB06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9801" name="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25597" y="4517946"/>
            <a:ext cx="5952556" cy="296271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"/>
          <p:cNvSpPr>
            <a:spLocks noGrp="1"/>
          </p:cNvSpPr>
          <p:nvPr userDrawn="1">
            <p:ph type="ctrTitle" hasCustomPrompt="1"/>
          </p:nvPr>
        </p:nvSpPr>
        <p:spPr>
          <a:xfrm>
            <a:off x="5142198" y="1130300"/>
            <a:ext cx="5952556" cy="2579380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25600" y="4985933"/>
            <a:ext cx="5952556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accent1">
                    <a:lumMod val="5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42198" y="710809"/>
            <a:ext cx="5952556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accent1">
                    <a:lumMod val="5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2" name="">
            <a:extLst>
              <a:ext uri="{FF2B5EF4-FFF2-40B4-BE49-F238E27FC236}">
                <a16:creationId xmlns:a16="http://schemas.microsoft.com/office/drawing/2014/main" id="{B6AC42EF-1CD7-4D4E-A546-9C67BAC32038}"/>
              </a:ext>
            </a:extLst>
          </p:cNvPr>
          <p:cNvGrpSpPr/>
          <p:nvPr userDrawn="1"/>
        </p:nvGrpSpPr>
        <p:grpSpPr>
          <a:xfrm>
            <a:off x="1353649" y="2300663"/>
            <a:ext cx="5643160" cy="3098456"/>
            <a:chOff x="1353649" y="2300663"/>
            <a:chExt cx="5643160" cy="3098456"/>
          </a:xfrm>
        </p:grpSpPr>
        <p:sp>
          <p:nvSpPr>
            <p:cNvPr id="105" name="">
              <a:extLst>
                <a:ext uri="{FF2B5EF4-FFF2-40B4-BE49-F238E27FC236}">
                  <a16:creationId xmlns:a16="http://schemas.microsoft.com/office/drawing/2014/main" id="{4974B5D5-5229-4B3E-9E0A-B4487F0F9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760" y="2300663"/>
              <a:ext cx="1263389" cy="868708"/>
            </a:xfrm>
            <a:custGeom>
              <a:avLst/>
              <a:gdLst>
                <a:gd name="T0" fmla="*/ 13 w 299"/>
                <a:gd name="T1" fmla="*/ 205 h 206"/>
                <a:gd name="T2" fmla="*/ 4 w 299"/>
                <a:gd name="T3" fmla="*/ 95 h 206"/>
                <a:gd name="T4" fmla="*/ 11 w 299"/>
                <a:gd name="T5" fmla="*/ 73 h 206"/>
                <a:gd name="T6" fmla="*/ 31 w 299"/>
                <a:gd name="T7" fmla="*/ 66 h 206"/>
                <a:gd name="T8" fmla="*/ 57 w 299"/>
                <a:gd name="T9" fmla="*/ 26 h 206"/>
                <a:gd name="T10" fmla="*/ 103 w 299"/>
                <a:gd name="T11" fmla="*/ 9 h 206"/>
                <a:gd name="T12" fmla="*/ 237 w 299"/>
                <a:gd name="T13" fmla="*/ 22 h 206"/>
                <a:gd name="T14" fmla="*/ 263 w 299"/>
                <a:gd name="T15" fmla="*/ 37 h 206"/>
                <a:gd name="T16" fmla="*/ 287 w 299"/>
                <a:gd name="T17" fmla="*/ 181 h 206"/>
                <a:gd name="T18" fmla="*/ 283 w 299"/>
                <a:gd name="T19" fmla="*/ 206 h 206"/>
                <a:gd name="T20" fmla="*/ 13 w 299"/>
                <a:gd name="T21" fmla="*/ 205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" h="206">
                  <a:moveTo>
                    <a:pt x="13" y="205"/>
                  </a:moveTo>
                  <a:cubicBezTo>
                    <a:pt x="4" y="169"/>
                    <a:pt x="0" y="131"/>
                    <a:pt x="4" y="95"/>
                  </a:cubicBezTo>
                  <a:cubicBezTo>
                    <a:pt x="5" y="87"/>
                    <a:pt x="6" y="79"/>
                    <a:pt x="11" y="73"/>
                  </a:cubicBezTo>
                  <a:cubicBezTo>
                    <a:pt x="15" y="66"/>
                    <a:pt x="24" y="63"/>
                    <a:pt x="31" y="66"/>
                  </a:cubicBezTo>
                  <a:cubicBezTo>
                    <a:pt x="33" y="50"/>
                    <a:pt x="44" y="36"/>
                    <a:pt x="57" y="26"/>
                  </a:cubicBezTo>
                  <a:cubicBezTo>
                    <a:pt x="71" y="17"/>
                    <a:pt x="87" y="12"/>
                    <a:pt x="103" y="9"/>
                  </a:cubicBezTo>
                  <a:cubicBezTo>
                    <a:pt x="148" y="0"/>
                    <a:pt x="195" y="4"/>
                    <a:pt x="237" y="22"/>
                  </a:cubicBezTo>
                  <a:cubicBezTo>
                    <a:pt x="247" y="26"/>
                    <a:pt x="256" y="30"/>
                    <a:pt x="263" y="37"/>
                  </a:cubicBezTo>
                  <a:cubicBezTo>
                    <a:pt x="298" y="70"/>
                    <a:pt x="299" y="138"/>
                    <a:pt x="287" y="181"/>
                  </a:cubicBezTo>
                  <a:cubicBezTo>
                    <a:pt x="285" y="189"/>
                    <a:pt x="282" y="197"/>
                    <a:pt x="283" y="206"/>
                  </a:cubicBezTo>
                  <a:cubicBezTo>
                    <a:pt x="13" y="205"/>
                    <a:pt x="13" y="205"/>
                    <a:pt x="13" y="20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6" name="">
              <a:extLst>
                <a:ext uri="{FF2B5EF4-FFF2-40B4-BE49-F238E27FC236}">
                  <a16:creationId xmlns:a16="http://schemas.microsoft.com/office/drawing/2014/main" id="{410E5EEB-AA88-40FD-9BB4-36CCF4435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113" y="4495827"/>
              <a:ext cx="549300" cy="903292"/>
            </a:xfrm>
            <a:custGeom>
              <a:avLst/>
              <a:gdLst>
                <a:gd name="T0" fmla="*/ 52 w 130"/>
                <a:gd name="T1" fmla="*/ 0 h 214"/>
                <a:gd name="T2" fmla="*/ 5 w 130"/>
                <a:gd name="T3" fmla="*/ 175 h 214"/>
                <a:gd name="T4" fmla="*/ 35 w 130"/>
                <a:gd name="T5" fmla="*/ 213 h 214"/>
                <a:gd name="T6" fmla="*/ 130 w 130"/>
                <a:gd name="T7" fmla="*/ 213 h 214"/>
                <a:gd name="T8" fmla="*/ 52 w 13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14">
                  <a:moveTo>
                    <a:pt x="52" y="0"/>
                  </a:moveTo>
                  <a:cubicBezTo>
                    <a:pt x="5" y="175"/>
                    <a:pt x="5" y="175"/>
                    <a:pt x="5" y="175"/>
                  </a:cubicBezTo>
                  <a:cubicBezTo>
                    <a:pt x="0" y="195"/>
                    <a:pt x="15" y="214"/>
                    <a:pt x="35" y="213"/>
                  </a:cubicBezTo>
                  <a:cubicBezTo>
                    <a:pt x="130" y="213"/>
                    <a:pt x="130" y="213"/>
                    <a:pt x="130" y="213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7" name="">
              <a:extLst>
                <a:ext uri="{FF2B5EF4-FFF2-40B4-BE49-F238E27FC236}">
                  <a16:creationId xmlns:a16="http://schemas.microsoft.com/office/drawing/2014/main" id="{3FADC488-5966-4F1F-B8D6-ED82D6566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48" y="4495827"/>
              <a:ext cx="545231" cy="903292"/>
            </a:xfrm>
            <a:custGeom>
              <a:avLst/>
              <a:gdLst>
                <a:gd name="T0" fmla="*/ 77 w 129"/>
                <a:gd name="T1" fmla="*/ 0 h 214"/>
                <a:gd name="T2" fmla="*/ 124 w 129"/>
                <a:gd name="T3" fmla="*/ 175 h 214"/>
                <a:gd name="T4" fmla="*/ 94 w 129"/>
                <a:gd name="T5" fmla="*/ 213 h 214"/>
                <a:gd name="T6" fmla="*/ 0 w 129"/>
                <a:gd name="T7" fmla="*/ 213 h 214"/>
                <a:gd name="T8" fmla="*/ 77 w 129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214">
                  <a:moveTo>
                    <a:pt x="77" y="0"/>
                  </a:moveTo>
                  <a:cubicBezTo>
                    <a:pt x="124" y="175"/>
                    <a:pt x="124" y="175"/>
                    <a:pt x="124" y="175"/>
                  </a:cubicBezTo>
                  <a:cubicBezTo>
                    <a:pt x="129" y="195"/>
                    <a:pt x="114" y="214"/>
                    <a:pt x="94" y="213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8" name="">
              <a:extLst>
                <a:ext uri="{FF2B5EF4-FFF2-40B4-BE49-F238E27FC236}">
                  <a16:creationId xmlns:a16="http://schemas.microsoft.com/office/drawing/2014/main" id="{CC6C3413-B63B-4A7B-87F8-4B3EEA7F3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063" y="3808185"/>
              <a:ext cx="537093" cy="142410"/>
            </a:xfrm>
            <a:custGeom>
              <a:avLst/>
              <a:gdLst>
                <a:gd name="T0" fmla="*/ 127 w 127"/>
                <a:gd name="T1" fmla="*/ 0 h 34"/>
                <a:gd name="T2" fmla="*/ 0 w 127"/>
                <a:gd name="T3" fmla="*/ 0 h 34"/>
                <a:gd name="T4" fmla="*/ 63 w 127"/>
                <a:gd name="T5" fmla="*/ 34 h 34"/>
                <a:gd name="T6" fmla="*/ 127 w 127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34">
                  <a:moveTo>
                    <a:pt x="12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19"/>
                    <a:pt x="37" y="34"/>
                    <a:pt x="63" y="34"/>
                  </a:cubicBezTo>
                  <a:cubicBezTo>
                    <a:pt x="90" y="34"/>
                    <a:pt x="113" y="19"/>
                    <a:pt x="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9" name="">
              <a:extLst>
                <a:ext uri="{FF2B5EF4-FFF2-40B4-BE49-F238E27FC236}">
                  <a16:creationId xmlns:a16="http://schemas.microsoft.com/office/drawing/2014/main" id="{748C8EA5-74F3-4FAB-9353-98368296C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693" y="3808185"/>
              <a:ext cx="1420041" cy="663228"/>
            </a:xfrm>
            <a:custGeom>
              <a:avLst/>
              <a:gdLst>
                <a:gd name="T0" fmla="*/ 336 w 336"/>
                <a:gd name="T1" fmla="*/ 157 h 157"/>
                <a:gd name="T2" fmla="*/ 0 w 336"/>
                <a:gd name="T3" fmla="*/ 157 h 157"/>
                <a:gd name="T4" fmla="*/ 0 w 336"/>
                <a:gd name="T5" fmla="*/ 86 h 157"/>
                <a:gd name="T6" fmla="*/ 86 w 336"/>
                <a:gd name="T7" fmla="*/ 0 h 157"/>
                <a:gd name="T8" fmla="*/ 250 w 336"/>
                <a:gd name="T9" fmla="*/ 0 h 157"/>
                <a:gd name="T10" fmla="*/ 336 w 336"/>
                <a:gd name="T11" fmla="*/ 86 h 157"/>
                <a:gd name="T12" fmla="*/ 336 w 336"/>
                <a:gd name="T13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157">
                  <a:moveTo>
                    <a:pt x="336" y="157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8"/>
                    <a:pt x="38" y="0"/>
                    <a:pt x="86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97" y="0"/>
                    <a:pt x="336" y="38"/>
                    <a:pt x="336" y="86"/>
                  </a:cubicBezTo>
                  <a:cubicBezTo>
                    <a:pt x="336" y="157"/>
                    <a:pt x="336" y="157"/>
                    <a:pt x="336" y="15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0" name="">
              <a:extLst>
                <a:ext uri="{FF2B5EF4-FFF2-40B4-BE49-F238E27FC236}">
                  <a16:creationId xmlns:a16="http://schemas.microsoft.com/office/drawing/2014/main" id="{9EFDCABA-B869-46E0-9E91-F4AD92149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406" y="3557948"/>
              <a:ext cx="384510" cy="333648"/>
            </a:xfrm>
            <a:custGeom>
              <a:avLst/>
              <a:gdLst>
                <a:gd name="T0" fmla="*/ 80 w 91"/>
                <a:gd name="T1" fmla="*/ 59 h 79"/>
                <a:gd name="T2" fmla="*/ 80 w 91"/>
                <a:gd name="T3" fmla="*/ 0 h 79"/>
                <a:gd name="T4" fmla="*/ 12 w 91"/>
                <a:gd name="T5" fmla="*/ 0 h 79"/>
                <a:gd name="T6" fmla="*/ 12 w 91"/>
                <a:gd name="T7" fmla="*/ 59 h 79"/>
                <a:gd name="T8" fmla="*/ 0 w 91"/>
                <a:gd name="T9" fmla="*/ 59 h 79"/>
                <a:gd name="T10" fmla="*/ 46 w 91"/>
                <a:gd name="T11" fmla="*/ 79 h 79"/>
                <a:gd name="T12" fmla="*/ 91 w 91"/>
                <a:gd name="T13" fmla="*/ 59 h 79"/>
                <a:gd name="T14" fmla="*/ 80 w 91"/>
                <a:gd name="T15" fmla="*/ 5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79">
                  <a:moveTo>
                    <a:pt x="80" y="59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1" y="71"/>
                    <a:pt x="27" y="79"/>
                    <a:pt x="46" y="79"/>
                  </a:cubicBezTo>
                  <a:cubicBezTo>
                    <a:pt x="64" y="79"/>
                    <a:pt x="81" y="71"/>
                    <a:pt x="91" y="59"/>
                  </a:cubicBezTo>
                  <a:lnTo>
                    <a:pt x="80" y="59"/>
                  </a:ln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1" name="">
              <a:extLst>
                <a:ext uri="{FF2B5EF4-FFF2-40B4-BE49-F238E27FC236}">
                  <a16:creationId xmlns:a16="http://schemas.microsoft.com/office/drawing/2014/main" id="{111FC62D-1DB7-405A-AFC1-9B977CC0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344" y="2422729"/>
              <a:ext cx="1106737" cy="1186081"/>
            </a:xfrm>
            <a:custGeom>
              <a:avLst/>
              <a:gdLst>
                <a:gd name="T0" fmla="*/ 140 w 262"/>
                <a:gd name="T1" fmla="*/ 0 h 281"/>
                <a:gd name="T2" fmla="*/ 140 w 262"/>
                <a:gd name="T3" fmla="*/ 0 h 281"/>
                <a:gd name="T4" fmla="*/ 122 w 262"/>
                <a:gd name="T5" fmla="*/ 0 h 281"/>
                <a:gd name="T6" fmla="*/ 10 w 262"/>
                <a:gd name="T7" fmla="*/ 134 h 281"/>
                <a:gd name="T8" fmla="*/ 21 w 262"/>
                <a:gd name="T9" fmla="*/ 210 h 281"/>
                <a:gd name="T10" fmla="*/ 99 w 262"/>
                <a:gd name="T11" fmla="*/ 281 h 281"/>
                <a:gd name="T12" fmla="*/ 122 w 262"/>
                <a:gd name="T13" fmla="*/ 281 h 281"/>
                <a:gd name="T14" fmla="*/ 140 w 262"/>
                <a:gd name="T15" fmla="*/ 281 h 281"/>
                <a:gd name="T16" fmla="*/ 163 w 262"/>
                <a:gd name="T17" fmla="*/ 281 h 281"/>
                <a:gd name="T18" fmla="*/ 241 w 262"/>
                <a:gd name="T19" fmla="*/ 210 h 281"/>
                <a:gd name="T20" fmla="*/ 252 w 262"/>
                <a:gd name="T21" fmla="*/ 134 h 281"/>
                <a:gd name="T22" fmla="*/ 140 w 262"/>
                <a:gd name="T2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2" h="281">
                  <a:moveTo>
                    <a:pt x="140" y="0"/>
                  </a:moveTo>
                  <a:cubicBezTo>
                    <a:pt x="140" y="0"/>
                    <a:pt x="140" y="0"/>
                    <a:pt x="140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53" y="0"/>
                    <a:pt x="0" y="63"/>
                    <a:pt x="10" y="134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26" y="251"/>
                    <a:pt x="60" y="281"/>
                    <a:pt x="99" y="281"/>
                  </a:cubicBezTo>
                  <a:cubicBezTo>
                    <a:pt x="122" y="281"/>
                    <a:pt x="122" y="281"/>
                    <a:pt x="122" y="281"/>
                  </a:cubicBezTo>
                  <a:cubicBezTo>
                    <a:pt x="140" y="281"/>
                    <a:pt x="140" y="281"/>
                    <a:pt x="140" y="281"/>
                  </a:cubicBezTo>
                  <a:cubicBezTo>
                    <a:pt x="163" y="281"/>
                    <a:pt x="163" y="281"/>
                    <a:pt x="163" y="281"/>
                  </a:cubicBezTo>
                  <a:cubicBezTo>
                    <a:pt x="202" y="281"/>
                    <a:pt x="235" y="251"/>
                    <a:pt x="241" y="210"/>
                  </a:cubicBezTo>
                  <a:cubicBezTo>
                    <a:pt x="252" y="134"/>
                    <a:pt x="252" y="134"/>
                    <a:pt x="252" y="134"/>
                  </a:cubicBezTo>
                  <a:cubicBezTo>
                    <a:pt x="262" y="63"/>
                    <a:pt x="209" y="0"/>
                    <a:pt x="14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2" name="">
              <a:extLst>
                <a:ext uri="{FF2B5EF4-FFF2-40B4-BE49-F238E27FC236}">
                  <a16:creationId xmlns:a16="http://schemas.microsoft.com/office/drawing/2014/main" id="{EEA1913A-22A0-47FA-BE4C-39F928997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486" y="3069681"/>
              <a:ext cx="388579" cy="341786"/>
            </a:xfrm>
            <a:custGeom>
              <a:avLst/>
              <a:gdLst>
                <a:gd name="T0" fmla="*/ 62 w 92"/>
                <a:gd name="T1" fmla="*/ 12 h 81"/>
                <a:gd name="T2" fmla="*/ 83 w 92"/>
                <a:gd name="T3" fmla="*/ 62 h 81"/>
                <a:gd name="T4" fmla="*/ 30 w 92"/>
                <a:gd name="T5" fmla="*/ 69 h 81"/>
                <a:gd name="T6" fmla="*/ 9 w 92"/>
                <a:gd name="T7" fmla="*/ 19 h 81"/>
                <a:gd name="T8" fmla="*/ 62 w 92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1">
                  <a:moveTo>
                    <a:pt x="62" y="12"/>
                  </a:moveTo>
                  <a:cubicBezTo>
                    <a:pt x="83" y="24"/>
                    <a:pt x="92" y="46"/>
                    <a:pt x="83" y="62"/>
                  </a:cubicBezTo>
                  <a:cubicBezTo>
                    <a:pt x="74" y="78"/>
                    <a:pt x="50" y="81"/>
                    <a:pt x="30" y="69"/>
                  </a:cubicBezTo>
                  <a:cubicBezTo>
                    <a:pt x="9" y="57"/>
                    <a:pt x="0" y="35"/>
                    <a:pt x="9" y="19"/>
                  </a:cubicBezTo>
                  <a:cubicBezTo>
                    <a:pt x="17" y="3"/>
                    <a:pt x="42" y="0"/>
                    <a:pt x="62" y="12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3" name="">
              <a:extLst>
                <a:ext uri="{FF2B5EF4-FFF2-40B4-BE49-F238E27FC236}">
                  <a16:creationId xmlns:a16="http://schemas.microsoft.com/office/drawing/2014/main" id="{5BA0FE84-59AB-4741-85C0-5A5C9DC6B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54" y="3069681"/>
              <a:ext cx="392648" cy="341786"/>
            </a:xfrm>
            <a:custGeom>
              <a:avLst/>
              <a:gdLst>
                <a:gd name="T0" fmla="*/ 30 w 93"/>
                <a:gd name="T1" fmla="*/ 12 h 81"/>
                <a:gd name="T2" fmla="*/ 9 w 93"/>
                <a:gd name="T3" fmla="*/ 62 h 81"/>
                <a:gd name="T4" fmla="*/ 63 w 93"/>
                <a:gd name="T5" fmla="*/ 69 h 81"/>
                <a:gd name="T6" fmla="*/ 84 w 93"/>
                <a:gd name="T7" fmla="*/ 19 h 81"/>
                <a:gd name="T8" fmla="*/ 30 w 93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81">
                  <a:moveTo>
                    <a:pt x="30" y="12"/>
                  </a:moveTo>
                  <a:cubicBezTo>
                    <a:pt x="10" y="24"/>
                    <a:pt x="0" y="46"/>
                    <a:pt x="9" y="62"/>
                  </a:cubicBezTo>
                  <a:cubicBezTo>
                    <a:pt x="18" y="78"/>
                    <a:pt x="42" y="81"/>
                    <a:pt x="63" y="69"/>
                  </a:cubicBezTo>
                  <a:cubicBezTo>
                    <a:pt x="83" y="57"/>
                    <a:pt x="93" y="35"/>
                    <a:pt x="84" y="19"/>
                  </a:cubicBezTo>
                  <a:cubicBezTo>
                    <a:pt x="75" y="3"/>
                    <a:pt x="51" y="0"/>
                    <a:pt x="30" y="12"/>
                  </a:cubicBez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5" name="">
              <a:extLst>
                <a:ext uri="{FF2B5EF4-FFF2-40B4-BE49-F238E27FC236}">
                  <a16:creationId xmlns:a16="http://schemas.microsoft.com/office/drawing/2014/main" id="{58554CE1-140C-4B36-9C45-E2044CC16920}"/>
                </a:ext>
              </a:extLst>
            </p:cNvPr>
            <p:cNvGrpSpPr/>
            <p:nvPr userDrawn="1"/>
          </p:nvGrpSpPr>
          <p:grpSpPr>
            <a:xfrm>
              <a:off x="6262375" y="4744029"/>
              <a:ext cx="734434" cy="651021"/>
              <a:chOff x="4751168" y="4744029"/>
              <a:chExt cx="734434" cy="651021"/>
            </a:xfrm>
          </p:grpSpPr>
          <p:sp>
            <p:nvSpPr>
              <p:cNvPr id="114" name="">
                <a:extLst>
                  <a:ext uri="{FF2B5EF4-FFF2-40B4-BE49-F238E27FC236}">
                    <a16:creationId xmlns:a16="http://schemas.microsoft.com/office/drawing/2014/main" id="{0ABDA0EF-7E52-4C99-8999-7C361BCFBD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09542" y="4876266"/>
                <a:ext cx="476060" cy="388579"/>
              </a:xfrm>
              <a:custGeom>
                <a:avLst/>
                <a:gdLst>
                  <a:gd name="T0" fmla="*/ 82 w 113"/>
                  <a:gd name="T1" fmla="*/ 92 h 92"/>
                  <a:gd name="T2" fmla="*/ 31 w 113"/>
                  <a:gd name="T3" fmla="*/ 92 h 92"/>
                  <a:gd name="T4" fmla="*/ 0 w 113"/>
                  <a:gd name="T5" fmla="*/ 62 h 92"/>
                  <a:gd name="T6" fmla="*/ 0 w 113"/>
                  <a:gd name="T7" fmla="*/ 30 h 92"/>
                  <a:gd name="T8" fmla="*/ 31 w 113"/>
                  <a:gd name="T9" fmla="*/ 0 h 92"/>
                  <a:gd name="T10" fmla="*/ 82 w 113"/>
                  <a:gd name="T11" fmla="*/ 0 h 92"/>
                  <a:gd name="T12" fmla="*/ 113 w 113"/>
                  <a:gd name="T13" fmla="*/ 30 h 92"/>
                  <a:gd name="T14" fmla="*/ 113 w 113"/>
                  <a:gd name="T15" fmla="*/ 62 h 92"/>
                  <a:gd name="T16" fmla="*/ 82 w 113"/>
                  <a:gd name="T17" fmla="*/ 92 h 92"/>
                  <a:gd name="T18" fmla="*/ 31 w 113"/>
                  <a:gd name="T19" fmla="*/ 15 h 92"/>
                  <a:gd name="T20" fmla="*/ 16 w 113"/>
                  <a:gd name="T21" fmla="*/ 30 h 92"/>
                  <a:gd name="T22" fmla="*/ 16 w 113"/>
                  <a:gd name="T23" fmla="*/ 62 h 92"/>
                  <a:gd name="T24" fmla="*/ 31 w 113"/>
                  <a:gd name="T25" fmla="*/ 77 h 92"/>
                  <a:gd name="T26" fmla="*/ 82 w 113"/>
                  <a:gd name="T27" fmla="*/ 77 h 92"/>
                  <a:gd name="T28" fmla="*/ 97 w 113"/>
                  <a:gd name="T29" fmla="*/ 62 h 92"/>
                  <a:gd name="T30" fmla="*/ 97 w 113"/>
                  <a:gd name="T31" fmla="*/ 30 h 92"/>
                  <a:gd name="T32" fmla="*/ 82 w 113"/>
                  <a:gd name="T33" fmla="*/ 15 h 92"/>
                  <a:gd name="T34" fmla="*/ 31 w 113"/>
                  <a:gd name="T35" fmla="*/ 1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3" h="92">
                    <a:moveTo>
                      <a:pt x="82" y="92"/>
                    </a:moveTo>
                    <a:cubicBezTo>
                      <a:pt x="31" y="92"/>
                      <a:pt x="31" y="92"/>
                      <a:pt x="31" y="92"/>
                    </a:cubicBezTo>
                    <a:cubicBezTo>
                      <a:pt x="14" y="92"/>
                      <a:pt x="0" y="79"/>
                      <a:pt x="0" y="6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1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99" y="0"/>
                      <a:pt x="113" y="13"/>
                      <a:pt x="113" y="30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79"/>
                      <a:pt x="99" y="92"/>
                      <a:pt x="82" y="92"/>
                    </a:cubicBezTo>
                    <a:close/>
                    <a:moveTo>
                      <a:pt x="31" y="15"/>
                    </a:moveTo>
                    <a:cubicBezTo>
                      <a:pt x="23" y="15"/>
                      <a:pt x="16" y="22"/>
                      <a:pt x="16" y="30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6" y="70"/>
                      <a:pt x="23" y="77"/>
                      <a:pt x="31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90" y="77"/>
                      <a:pt x="97" y="70"/>
                      <a:pt x="97" y="62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97" y="22"/>
                      <a:pt x="90" y="15"/>
                      <a:pt x="82" y="15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15" name="">
                <a:extLst>
                  <a:ext uri="{FF2B5EF4-FFF2-40B4-BE49-F238E27FC236}">
                    <a16:creationId xmlns:a16="http://schemas.microsoft.com/office/drawing/2014/main" id="{D1DCE62E-216A-40D3-90D1-914B25260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168" y="4744029"/>
                <a:ext cx="553368" cy="651021"/>
              </a:xfrm>
              <a:custGeom>
                <a:avLst/>
                <a:gdLst>
                  <a:gd name="T0" fmla="*/ 154 w 272"/>
                  <a:gd name="T1" fmla="*/ 0 h 320"/>
                  <a:gd name="T2" fmla="*/ 118 w 272"/>
                  <a:gd name="T3" fmla="*/ 0 h 320"/>
                  <a:gd name="T4" fmla="*/ 0 w 272"/>
                  <a:gd name="T5" fmla="*/ 0 h 320"/>
                  <a:gd name="T6" fmla="*/ 29 w 272"/>
                  <a:gd name="T7" fmla="*/ 320 h 320"/>
                  <a:gd name="T8" fmla="*/ 118 w 272"/>
                  <a:gd name="T9" fmla="*/ 320 h 320"/>
                  <a:gd name="T10" fmla="*/ 154 w 272"/>
                  <a:gd name="T11" fmla="*/ 320 h 320"/>
                  <a:gd name="T12" fmla="*/ 243 w 272"/>
                  <a:gd name="T13" fmla="*/ 320 h 320"/>
                  <a:gd name="T14" fmla="*/ 272 w 272"/>
                  <a:gd name="T15" fmla="*/ 0 h 320"/>
                  <a:gd name="T16" fmla="*/ 154 w 272"/>
                  <a:gd name="T17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2" h="320">
                    <a:moveTo>
                      <a:pt x="154" y="0"/>
                    </a:moveTo>
                    <a:lnTo>
                      <a:pt x="118" y="0"/>
                    </a:lnTo>
                    <a:lnTo>
                      <a:pt x="0" y="0"/>
                    </a:lnTo>
                    <a:lnTo>
                      <a:pt x="29" y="320"/>
                    </a:lnTo>
                    <a:lnTo>
                      <a:pt x="118" y="320"/>
                    </a:lnTo>
                    <a:lnTo>
                      <a:pt x="154" y="320"/>
                    </a:lnTo>
                    <a:lnTo>
                      <a:pt x="243" y="320"/>
                    </a:lnTo>
                    <a:lnTo>
                      <a:pt x="272" y="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116" name="">
              <a:extLst>
                <a:ext uri="{FF2B5EF4-FFF2-40B4-BE49-F238E27FC236}">
                  <a16:creationId xmlns:a16="http://schemas.microsoft.com/office/drawing/2014/main" id="{CE4C09CF-BB63-4024-AF5A-389689FE5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042" y="4048250"/>
              <a:ext cx="1961203" cy="1350869"/>
            </a:xfrm>
            <a:custGeom>
              <a:avLst/>
              <a:gdLst>
                <a:gd name="T0" fmla="*/ 294 w 464"/>
                <a:gd name="T1" fmla="*/ 0 h 320"/>
                <a:gd name="T2" fmla="*/ 170 w 464"/>
                <a:gd name="T3" fmla="*/ 0 h 320"/>
                <a:gd name="T4" fmla="*/ 34 w 464"/>
                <a:gd name="T5" fmla="*/ 0 h 320"/>
                <a:gd name="T6" fmla="*/ 1 w 464"/>
                <a:gd name="T7" fmla="*/ 35 h 320"/>
                <a:gd name="T8" fmla="*/ 15 w 464"/>
                <a:gd name="T9" fmla="*/ 288 h 320"/>
                <a:gd name="T10" fmla="*/ 49 w 464"/>
                <a:gd name="T11" fmla="*/ 320 h 320"/>
                <a:gd name="T12" fmla="*/ 170 w 464"/>
                <a:gd name="T13" fmla="*/ 320 h 320"/>
                <a:gd name="T14" fmla="*/ 294 w 464"/>
                <a:gd name="T15" fmla="*/ 320 h 320"/>
                <a:gd name="T16" fmla="*/ 416 w 464"/>
                <a:gd name="T17" fmla="*/ 320 h 320"/>
                <a:gd name="T18" fmla="*/ 449 w 464"/>
                <a:gd name="T19" fmla="*/ 288 h 320"/>
                <a:gd name="T20" fmla="*/ 463 w 464"/>
                <a:gd name="T21" fmla="*/ 35 h 320"/>
                <a:gd name="T22" fmla="*/ 430 w 464"/>
                <a:gd name="T23" fmla="*/ 0 h 320"/>
                <a:gd name="T24" fmla="*/ 294 w 464"/>
                <a:gd name="T2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4" h="320">
                  <a:moveTo>
                    <a:pt x="294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6"/>
                    <a:pt x="1" y="35"/>
                  </a:cubicBezTo>
                  <a:cubicBezTo>
                    <a:pt x="15" y="288"/>
                    <a:pt x="15" y="288"/>
                    <a:pt x="15" y="288"/>
                  </a:cubicBezTo>
                  <a:cubicBezTo>
                    <a:pt x="16" y="306"/>
                    <a:pt x="31" y="320"/>
                    <a:pt x="49" y="320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294" y="320"/>
                    <a:pt x="294" y="320"/>
                    <a:pt x="294" y="320"/>
                  </a:cubicBezTo>
                  <a:cubicBezTo>
                    <a:pt x="416" y="320"/>
                    <a:pt x="416" y="320"/>
                    <a:pt x="416" y="320"/>
                  </a:cubicBezTo>
                  <a:cubicBezTo>
                    <a:pt x="433" y="320"/>
                    <a:pt x="448" y="306"/>
                    <a:pt x="449" y="288"/>
                  </a:cubicBezTo>
                  <a:cubicBezTo>
                    <a:pt x="463" y="35"/>
                    <a:pt x="463" y="35"/>
                    <a:pt x="463" y="35"/>
                  </a:cubicBezTo>
                  <a:cubicBezTo>
                    <a:pt x="464" y="16"/>
                    <a:pt x="449" y="0"/>
                    <a:pt x="430" y="0"/>
                  </a:cubicBezTo>
                  <a:cubicBezTo>
                    <a:pt x="294" y="0"/>
                    <a:pt x="294" y="0"/>
                    <a:pt x="294" y="0"/>
                  </a:cubicBezTo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7" name="">
              <a:extLst>
                <a:ext uri="{FF2B5EF4-FFF2-40B4-BE49-F238E27FC236}">
                  <a16:creationId xmlns:a16="http://schemas.microsoft.com/office/drawing/2014/main" id="{3EED0B45-DC5B-48EF-B338-7AEEABE31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715" y="4479551"/>
              <a:ext cx="345855" cy="3458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8" name="">
              <a:extLst>
                <a:ext uri="{FF2B5EF4-FFF2-40B4-BE49-F238E27FC236}">
                  <a16:creationId xmlns:a16="http://schemas.microsoft.com/office/drawing/2014/main" id="{1C7E194C-FA77-4639-B857-51B82A81B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334" y="4575169"/>
              <a:ext cx="152583" cy="152583"/>
            </a:xfrm>
            <a:prstGeom prst="ellipse">
              <a:avLst/>
            </a:prstGeom>
            <a:solidFill>
              <a:srgbClr val="C5D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9" name="">
              <a:extLst>
                <a:ext uri="{FF2B5EF4-FFF2-40B4-BE49-F238E27FC236}">
                  <a16:creationId xmlns:a16="http://schemas.microsoft.com/office/drawing/2014/main" id="{F5409A80-57F7-4584-9A84-0C34EA79B8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4111" y="4182523"/>
              <a:ext cx="0" cy="14242"/>
            </a:xfrm>
            <a:custGeom>
              <a:avLst/>
              <a:gdLst>
                <a:gd name="T0" fmla="*/ 3 h 3"/>
                <a:gd name="T1" fmla="*/ 3 h 3"/>
                <a:gd name="T2" fmla="*/ 3 h 3"/>
                <a:gd name="T3" fmla="*/ 3 h 3"/>
                <a:gd name="T4" fmla="*/ 3 h 3"/>
                <a:gd name="T5" fmla="*/ 3 h 3"/>
                <a:gd name="T6" fmla="*/ 3 h 3"/>
                <a:gd name="T7" fmla="*/ 3 h 3"/>
                <a:gd name="T8" fmla="*/ 3 h 3"/>
                <a:gd name="T9" fmla="*/ 2 h 3"/>
                <a:gd name="T10" fmla="*/ 3 h 3"/>
                <a:gd name="T11" fmla="*/ 2 h 3"/>
                <a:gd name="T12" fmla="*/ 2 h 3"/>
                <a:gd name="T13" fmla="*/ 2 h 3"/>
                <a:gd name="T14" fmla="*/ 2 h 3"/>
                <a:gd name="T15" fmla="*/ 2 h 3"/>
                <a:gd name="T16" fmla="*/ 2 h 3"/>
                <a:gd name="T17" fmla="*/ 2 h 3"/>
                <a:gd name="T18" fmla="*/ 2 h 3"/>
                <a:gd name="T19" fmla="*/ 2 h 3"/>
                <a:gd name="T20" fmla="*/ 2 h 3"/>
                <a:gd name="T21" fmla="*/ 2 h 3"/>
                <a:gd name="T22" fmla="*/ 2 h 3"/>
                <a:gd name="T23" fmla="*/ 2 h 3"/>
                <a:gd name="T24" fmla="*/ 1 h 3"/>
                <a:gd name="T25" fmla="*/ 1 h 3"/>
                <a:gd name="T26" fmla="*/ 1 h 3"/>
                <a:gd name="T27" fmla="*/ 1 h 3"/>
                <a:gd name="T28" fmla="*/ 1 h 3"/>
                <a:gd name="T29" fmla="*/ 1 h 3"/>
                <a:gd name="T30" fmla="*/ 1 h 3"/>
                <a:gd name="T31" fmla="*/ 1 h 3"/>
                <a:gd name="T32" fmla="*/ 1 h 3"/>
                <a:gd name="T33" fmla="*/ 1 h 3"/>
                <a:gd name="T34" fmla="*/ 1 h 3"/>
                <a:gd name="T35" fmla="*/ 1 h 3"/>
                <a:gd name="T36" fmla="*/ 1 h 3"/>
                <a:gd name="T37" fmla="*/ 1 h 3"/>
                <a:gd name="T38" fmla="*/ 1 h 3"/>
                <a:gd name="T39" fmla="*/ 0 h 3"/>
                <a:gd name="T40" fmla="*/ 0 h 3"/>
                <a:gd name="T41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  <a:cxn ang="0">
                  <a:pos x="0" y="T21"/>
                </a:cxn>
                <a:cxn ang="0">
                  <a:pos x="0" y="T22"/>
                </a:cxn>
                <a:cxn ang="0">
                  <a:pos x="0" y="T23"/>
                </a:cxn>
                <a:cxn ang="0">
                  <a:pos x="0" y="T24"/>
                </a:cxn>
                <a:cxn ang="0">
                  <a:pos x="0" y="T25"/>
                </a:cxn>
                <a:cxn ang="0">
                  <a:pos x="0" y="T26"/>
                </a:cxn>
                <a:cxn ang="0">
                  <a:pos x="0" y="T27"/>
                </a:cxn>
                <a:cxn ang="0">
                  <a:pos x="0" y="T28"/>
                </a:cxn>
                <a:cxn ang="0">
                  <a:pos x="0" y="T29"/>
                </a:cxn>
                <a:cxn ang="0">
                  <a:pos x="0" y="T30"/>
                </a:cxn>
                <a:cxn ang="0">
                  <a:pos x="0" y="T31"/>
                </a:cxn>
                <a:cxn ang="0">
                  <a:pos x="0" y="T32"/>
                </a:cxn>
                <a:cxn ang="0">
                  <a:pos x="0" y="T33"/>
                </a:cxn>
                <a:cxn ang="0">
                  <a:pos x="0" y="T34"/>
                </a:cxn>
                <a:cxn ang="0">
                  <a:pos x="0" y="T35"/>
                </a:cxn>
                <a:cxn ang="0">
                  <a:pos x="0" y="T36"/>
                </a:cxn>
                <a:cxn ang="0">
                  <a:pos x="0" y="T37"/>
                </a:cxn>
                <a:cxn ang="0">
                  <a:pos x="0" y="T38"/>
                </a:cxn>
                <a:cxn ang="0">
                  <a:pos x="0" y="T39"/>
                </a:cxn>
                <a:cxn ang="0">
                  <a:pos x="0" y="T40"/>
                </a:cxn>
                <a:cxn ang="0">
                  <a:pos x="0" y="T41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0" name="">
              <a:extLst>
                <a:ext uri="{FF2B5EF4-FFF2-40B4-BE49-F238E27FC236}">
                  <a16:creationId xmlns:a16="http://schemas.microsoft.com/office/drawing/2014/main" id="{62953B6C-1CE4-448E-9EF2-A162AFB5E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111" y="4048250"/>
              <a:ext cx="1906274" cy="1350869"/>
            </a:xfrm>
            <a:custGeom>
              <a:avLst/>
              <a:gdLst>
                <a:gd name="T0" fmla="*/ 30 w 451"/>
                <a:gd name="T1" fmla="*/ 0 h 320"/>
                <a:gd name="T2" fmla="*/ 0 w 451"/>
                <a:gd name="T3" fmla="*/ 32 h 320"/>
                <a:gd name="T4" fmla="*/ 0 w 451"/>
                <a:gd name="T5" fmla="*/ 32 h 320"/>
                <a:gd name="T6" fmla="*/ 0 w 451"/>
                <a:gd name="T7" fmla="*/ 33 h 320"/>
                <a:gd name="T8" fmla="*/ 0 w 451"/>
                <a:gd name="T9" fmla="*/ 33 h 320"/>
                <a:gd name="T10" fmla="*/ 0 w 451"/>
                <a:gd name="T11" fmla="*/ 33 h 320"/>
                <a:gd name="T12" fmla="*/ 0 w 451"/>
                <a:gd name="T13" fmla="*/ 33 h 320"/>
                <a:gd name="T14" fmla="*/ 0 w 451"/>
                <a:gd name="T15" fmla="*/ 33 h 320"/>
                <a:gd name="T16" fmla="*/ 0 w 451"/>
                <a:gd name="T17" fmla="*/ 33 h 320"/>
                <a:gd name="T18" fmla="*/ 0 w 451"/>
                <a:gd name="T19" fmla="*/ 33 h 320"/>
                <a:gd name="T20" fmla="*/ 0 w 451"/>
                <a:gd name="T21" fmla="*/ 33 h 320"/>
                <a:gd name="T22" fmla="*/ 0 w 451"/>
                <a:gd name="T23" fmla="*/ 33 h 320"/>
                <a:gd name="T24" fmla="*/ 0 w 451"/>
                <a:gd name="T25" fmla="*/ 33 h 320"/>
                <a:gd name="T26" fmla="*/ 0 w 451"/>
                <a:gd name="T27" fmla="*/ 34 h 320"/>
                <a:gd name="T28" fmla="*/ 0 w 451"/>
                <a:gd name="T29" fmla="*/ 34 h 320"/>
                <a:gd name="T30" fmla="*/ 0 w 451"/>
                <a:gd name="T31" fmla="*/ 34 h 320"/>
                <a:gd name="T32" fmla="*/ 0 w 451"/>
                <a:gd name="T33" fmla="*/ 34 h 320"/>
                <a:gd name="T34" fmla="*/ 0 w 451"/>
                <a:gd name="T35" fmla="*/ 34 h 320"/>
                <a:gd name="T36" fmla="*/ 0 w 451"/>
                <a:gd name="T37" fmla="*/ 34 h 320"/>
                <a:gd name="T38" fmla="*/ 0 w 451"/>
                <a:gd name="T39" fmla="*/ 34 h 320"/>
                <a:gd name="T40" fmla="*/ 0 w 451"/>
                <a:gd name="T41" fmla="*/ 34 h 320"/>
                <a:gd name="T42" fmla="*/ 0 w 451"/>
                <a:gd name="T43" fmla="*/ 34 h 320"/>
                <a:gd name="T44" fmla="*/ 0 w 451"/>
                <a:gd name="T45" fmla="*/ 35 h 320"/>
                <a:gd name="T46" fmla="*/ 0 w 451"/>
                <a:gd name="T47" fmla="*/ 35 h 320"/>
                <a:gd name="T48" fmla="*/ 0 w 451"/>
                <a:gd name="T49" fmla="*/ 35 h 320"/>
                <a:gd name="T50" fmla="*/ 0 w 451"/>
                <a:gd name="T51" fmla="*/ 35 h 320"/>
                <a:gd name="T52" fmla="*/ 0 w 451"/>
                <a:gd name="T53" fmla="*/ 35 h 320"/>
                <a:gd name="T54" fmla="*/ 0 w 451"/>
                <a:gd name="T55" fmla="*/ 35 h 320"/>
                <a:gd name="T56" fmla="*/ 0 w 451"/>
                <a:gd name="T57" fmla="*/ 35 h 320"/>
                <a:gd name="T58" fmla="*/ 0 w 451"/>
                <a:gd name="T59" fmla="*/ 35 h 320"/>
                <a:gd name="T60" fmla="*/ 14 w 451"/>
                <a:gd name="T61" fmla="*/ 288 h 320"/>
                <a:gd name="T62" fmla="*/ 48 w 451"/>
                <a:gd name="T63" fmla="*/ 320 h 320"/>
                <a:gd name="T64" fmla="*/ 169 w 451"/>
                <a:gd name="T65" fmla="*/ 320 h 320"/>
                <a:gd name="T66" fmla="*/ 293 w 451"/>
                <a:gd name="T67" fmla="*/ 320 h 320"/>
                <a:gd name="T68" fmla="*/ 415 w 451"/>
                <a:gd name="T69" fmla="*/ 320 h 320"/>
                <a:gd name="T70" fmla="*/ 448 w 451"/>
                <a:gd name="T71" fmla="*/ 288 h 320"/>
                <a:gd name="T72" fmla="*/ 451 w 451"/>
                <a:gd name="T73" fmla="*/ 233 h 320"/>
                <a:gd name="T74" fmla="*/ 355 w 451"/>
                <a:gd name="T75" fmla="*/ 196 h 320"/>
                <a:gd name="T76" fmla="*/ 256 w 451"/>
                <a:gd name="T77" fmla="*/ 175 h 320"/>
                <a:gd name="T78" fmla="*/ 231 w 451"/>
                <a:gd name="T79" fmla="*/ 184 h 320"/>
                <a:gd name="T80" fmla="*/ 194 w 451"/>
                <a:gd name="T81" fmla="*/ 160 h 320"/>
                <a:gd name="T82" fmla="*/ 193 w 451"/>
                <a:gd name="T83" fmla="*/ 160 h 320"/>
                <a:gd name="T84" fmla="*/ 105 w 451"/>
                <a:gd name="T85" fmla="*/ 121 h 320"/>
                <a:gd name="T86" fmla="*/ 32 w 451"/>
                <a:gd name="T87" fmla="*/ 9 h 320"/>
                <a:gd name="T88" fmla="*/ 30 w 451"/>
                <a:gd name="T89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51" h="320">
                  <a:moveTo>
                    <a:pt x="30" y="0"/>
                  </a:moveTo>
                  <a:cubicBezTo>
                    <a:pt x="14" y="2"/>
                    <a:pt x="1" y="16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4" y="288"/>
                    <a:pt x="14" y="288"/>
                    <a:pt x="14" y="288"/>
                  </a:cubicBezTo>
                  <a:cubicBezTo>
                    <a:pt x="15" y="306"/>
                    <a:pt x="30" y="320"/>
                    <a:pt x="48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293" y="320"/>
                    <a:pt x="293" y="320"/>
                    <a:pt x="293" y="320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2" y="320"/>
                    <a:pt x="447" y="306"/>
                    <a:pt x="448" y="288"/>
                  </a:cubicBezTo>
                  <a:cubicBezTo>
                    <a:pt x="451" y="233"/>
                    <a:pt x="451" y="233"/>
                    <a:pt x="451" y="233"/>
                  </a:cubicBezTo>
                  <a:cubicBezTo>
                    <a:pt x="421" y="217"/>
                    <a:pt x="388" y="205"/>
                    <a:pt x="355" y="196"/>
                  </a:cubicBezTo>
                  <a:cubicBezTo>
                    <a:pt x="322" y="188"/>
                    <a:pt x="289" y="181"/>
                    <a:pt x="256" y="175"/>
                  </a:cubicBezTo>
                  <a:cubicBezTo>
                    <a:pt x="249" y="180"/>
                    <a:pt x="241" y="184"/>
                    <a:pt x="231" y="184"/>
                  </a:cubicBezTo>
                  <a:cubicBezTo>
                    <a:pt x="215" y="184"/>
                    <a:pt x="201" y="174"/>
                    <a:pt x="194" y="160"/>
                  </a:cubicBezTo>
                  <a:cubicBezTo>
                    <a:pt x="194" y="160"/>
                    <a:pt x="194" y="160"/>
                    <a:pt x="193" y="160"/>
                  </a:cubicBezTo>
                  <a:cubicBezTo>
                    <a:pt x="162" y="151"/>
                    <a:pt x="131" y="140"/>
                    <a:pt x="105" y="121"/>
                  </a:cubicBezTo>
                  <a:cubicBezTo>
                    <a:pt x="68" y="95"/>
                    <a:pt x="41" y="54"/>
                    <a:pt x="32" y="9"/>
                  </a:cubicBezTo>
                  <a:cubicBezTo>
                    <a:pt x="31" y="6"/>
                    <a:pt x="31" y="3"/>
                    <a:pt x="30" y="0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1" name="">
              <a:extLst>
                <a:ext uri="{FF2B5EF4-FFF2-40B4-BE49-F238E27FC236}">
                  <a16:creationId xmlns:a16="http://schemas.microsoft.com/office/drawing/2014/main" id="{6343FD7D-6007-44C3-AABC-CA9DE0F1E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990" y="4723684"/>
              <a:ext cx="262444" cy="101722"/>
            </a:xfrm>
            <a:custGeom>
              <a:avLst/>
              <a:gdLst>
                <a:gd name="T0" fmla="*/ 0 w 62"/>
                <a:gd name="T1" fmla="*/ 0 h 24"/>
                <a:gd name="T2" fmla="*/ 37 w 62"/>
                <a:gd name="T3" fmla="*/ 24 h 24"/>
                <a:gd name="T4" fmla="*/ 62 w 62"/>
                <a:gd name="T5" fmla="*/ 15 h 24"/>
                <a:gd name="T6" fmla="*/ 0 w 62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24">
                  <a:moveTo>
                    <a:pt x="0" y="0"/>
                  </a:moveTo>
                  <a:cubicBezTo>
                    <a:pt x="7" y="14"/>
                    <a:pt x="21" y="24"/>
                    <a:pt x="37" y="24"/>
                  </a:cubicBezTo>
                  <a:cubicBezTo>
                    <a:pt x="47" y="24"/>
                    <a:pt x="55" y="20"/>
                    <a:pt x="62" y="15"/>
                  </a:cubicBezTo>
                  <a:cubicBezTo>
                    <a:pt x="42" y="10"/>
                    <a:pt x="21" y="6"/>
                    <a:pt x="0" y="0"/>
                  </a:cubicBezTo>
                </a:path>
              </a:pathLst>
            </a:custGeom>
            <a:solidFill>
              <a:srgbClr val="F3F8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2" name="">
              <a:extLst>
                <a:ext uri="{FF2B5EF4-FFF2-40B4-BE49-F238E27FC236}">
                  <a16:creationId xmlns:a16="http://schemas.microsoft.com/office/drawing/2014/main" id="{34571A27-3A52-4657-936B-B647FDC6E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902" y="5285191"/>
              <a:ext cx="1863550" cy="113928"/>
            </a:xfrm>
            <a:custGeom>
              <a:avLst/>
              <a:gdLst>
                <a:gd name="T0" fmla="*/ 433 w 441"/>
                <a:gd name="T1" fmla="*/ 27 h 27"/>
                <a:gd name="T2" fmla="*/ 7 w 441"/>
                <a:gd name="T3" fmla="*/ 27 h 27"/>
                <a:gd name="T4" fmla="*/ 0 w 441"/>
                <a:gd name="T5" fmla="*/ 20 h 27"/>
                <a:gd name="T6" fmla="*/ 0 w 441"/>
                <a:gd name="T7" fmla="*/ 7 h 27"/>
                <a:gd name="T8" fmla="*/ 7 w 441"/>
                <a:gd name="T9" fmla="*/ 0 h 27"/>
                <a:gd name="T10" fmla="*/ 433 w 441"/>
                <a:gd name="T11" fmla="*/ 0 h 27"/>
                <a:gd name="T12" fmla="*/ 441 w 441"/>
                <a:gd name="T13" fmla="*/ 7 h 27"/>
                <a:gd name="T14" fmla="*/ 441 w 441"/>
                <a:gd name="T15" fmla="*/ 20 h 27"/>
                <a:gd name="T16" fmla="*/ 433 w 441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1" h="27">
                  <a:moveTo>
                    <a:pt x="433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3" y="27"/>
                    <a:pt x="0" y="24"/>
                    <a:pt x="0" y="2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433" y="0"/>
                    <a:pt x="433" y="0"/>
                    <a:pt x="433" y="0"/>
                  </a:cubicBezTo>
                  <a:cubicBezTo>
                    <a:pt x="437" y="0"/>
                    <a:pt x="441" y="3"/>
                    <a:pt x="441" y="7"/>
                  </a:cubicBezTo>
                  <a:cubicBezTo>
                    <a:pt x="441" y="20"/>
                    <a:pt x="441" y="20"/>
                    <a:pt x="441" y="20"/>
                  </a:cubicBezTo>
                  <a:cubicBezTo>
                    <a:pt x="441" y="24"/>
                    <a:pt x="437" y="27"/>
                    <a:pt x="433" y="27"/>
                  </a:cubicBezTo>
                  <a:close/>
                </a:path>
              </a:pathLst>
            </a:custGeom>
            <a:solidFill>
              <a:srgbClr val="B0C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3" name="">
              <a:extLst>
                <a:ext uri="{FF2B5EF4-FFF2-40B4-BE49-F238E27FC236}">
                  <a16:creationId xmlns:a16="http://schemas.microsoft.com/office/drawing/2014/main" id="{6DBC524C-6545-458A-8218-628834AD7B95}"/>
                </a:ext>
              </a:extLst>
            </p:cNvPr>
            <p:cNvGrpSpPr/>
            <p:nvPr userDrawn="1"/>
          </p:nvGrpSpPr>
          <p:grpSpPr>
            <a:xfrm>
              <a:off x="4650618" y="4512102"/>
              <a:ext cx="1424111" cy="882948"/>
              <a:chOff x="-251526" y="4512102"/>
              <a:chExt cx="1424111" cy="882948"/>
            </a:xfrm>
          </p:grpSpPr>
          <p:sp>
            <p:nvSpPr>
              <p:cNvPr id="123" name="">
                <a:extLst>
                  <a:ext uri="{FF2B5EF4-FFF2-40B4-BE49-F238E27FC236}">
                    <a16:creationId xmlns:a16="http://schemas.microsoft.com/office/drawing/2014/main" id="{8242393B-B634-4783-BD58-311C0EFEA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301097"/>
              </a:xfrm>
              <a:custGeom>
                <a:avLst/>
                <a:gdLst>
                  <a:gd name="T0" fmla="*/ 273 w 294"/>
                  <a:gd name="T1" fmla="*/ 71 h 71"/>
                  <a:gd name="T2" fmla="*/ 0 w 294"/>
                  <a:gd name="T3" fmla="*/ 71 h 71"/>
                  <a:gd name="T4" fmla="*/ 0 w 294"/>
                  <a:gd name="T5" fmla="*/ 0 h 71"/>
                  <a:gd name="T6" fmla="*/ 273 w 294"/>
                  <a:gd name="T7" fmla="*/ 0 h 71"/>
                  <a:gd name="T8" fmla="*/ 294 w 294"/>
                  <a:gd name="T9" fmla="*/ 21 h 71"/>
                  <a:gd name="T10" fmla="*/ 294 w 294"/>
                  <a:gd name="T11" fmla="*/ 50 h 71"/>
                  <a:gd name="T12" fmla="*/ 273 w 29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4" h="71">
                    <a:moveTo>
                      <a:pt x="273" y="71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85" y="0"/>
                      <a:pt x="294" y="9"/>
                      <a:pt x="294" y="21"/>
                    </a:cubicBezTo>
                    <a:cubicBezTo>
                      <a:pt x="294" y="50"/>
                      <a:pt x="294" y="50"/>
                      <a:pt x="294" y="50"/>
                    </a:cubicBezTo>
                    <a:cubicBezTo>
                      <a:pt x="294" y="62"/>
                      <a:pt x="285" y="71"/>
                      <a:pt x="273" y="7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4" name="">
                <a:extLst>
                  <a:ext uri="{FF2B5EF4-FFF2-40B4-BE49-F238E27FC236}">
                    <a16:creationId xmlns:a16="http://schemas.microsoft.com/office/drawing/2014/main" id="{4498E1ED-B2DD-4487-A16C-89C5CEE35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227858"/>
              </a:xfrm>
              <a:custGeom>
                <a:avLst/>
                <a:gdLst>
                  <a:gd name="T0" fmla="*/ 259 w 294"/>
                  <a:gd name="T1" fmla="*/ 0 h 54"/>
                  <a:gd name="T2" fmla="*/ 0 w 294"/>
                  <a:gd name="T3" fmla="*/ 0 h 54"/>
                  <a:gd name="T4" fmla="*/ 0 w 294"/>
                  <a:gd name="T5" fmla="*/ 10 h 54"/>
                  <a:gd name="T6" fmla="*/ 255 w 294"/>
                  <a:gd name="T7" fmla="*/ 10 h 54"/>
                  <a:gd name="T8" fmla="*/ 290 w 294"/>
                  <a:gd name="T9" fmla="*/ 45 h 54"/>
                  <a:gd name="T10" fmla="*/ 289 w 294"/>
                  <a:gd name="T11" fmla="*/ 54 h 54"/>
                  <a:gd name="T12" fmla="*/ 294 w 294"/>
                  <a:gd name="T13" fmla="*/ 35 h 54"/>
                  <a:gd name="T14" fmla="*/ 294 w 294"/>
                  <a:gd name="T15" fmla="*/ 35 h 54"/>
                  <a:gd name="T16" fmla="*/ 259 w 29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4" h="54">
                    <a:moveTo>
                      <a:pt x="25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55" y="10"/>
                      <a:pt x="255" y="10"/>
                      <a:pt x="255" y="10"/>
                    </a:cubicBezTo>
                    <a:cubicBezTo>
                      <a:pt x="274" y="10"/>
                      <a:pt x="290" y="26"/>
                      <a:pt x="290" y="45"/>
                    </a:cubicBezTo>
                    <a:cubicBezTo>
                      <a:pt x="290" y="48"/>
                      <a:pt x="290" y="51"/>
                      <a:pt x="289" y="54"/>
                    </a:cubicBezTo>
                    <a:cubicBezTo>
                      <a:pt x="292" y="49"/>
                      <a:pt x="294" y="42"/>
                      <a:pt x="294" y="35"/>
                    </a:cubicBezTo>
                    <a:cubicBezTo>
                      <a:pt x="294" y="35"/>
                      <a:pt x="294" y="35"/>
                      <a:pt x="294" y="35"/>
                    </a:cubicBezTo>
                    <a:cubicBezTo>
                      <a:pt x="294" y="16"/>
                      <a:pt x="278" y="0"/>
                      <a:pt x="259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5" name="">
                <a:extLst>
                  <a:ext uri="{FF2B5EF4-FFF2-40B4-BE49-F238E27FC236}">
                    <a16:creationId xmlns:a16="http://schemas.microsoft.com/office/drawing/2014/main" id="{34B5ED1E-DE7D-4CDE-AD00-C766ACDB2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9287" y="5053264"/>
                <a:ext cx="1291872" cy="341786"/>
              </a:xfrm>
              <a:custGeom>
                <a:avLst/>
                <a:gdLst>
                  <a:gd name="T0" fmla="*/ 266 w 306"/>
                  <a:gd name="T1" fmla="*/ 0 h 81"/>
                  <a:gd name="T2" fmla="*/ 0 w 306"/>
                  <a:gd name="T3" fmla="*/ 0 h 81"/>
                  <a:gd name="T4" fmla="*/ 0 w 306"/>
                  <a:gd name="T5" fmla="*/ 10 h 81"/>
                  <a:gd name="T6" fmla="*/ 266 w 306"/>
                  <a:gd name="T7" fmla="*/ 10 h 81"/>
                  <a:gd name="T8" fmla="*/ 296 w 306"/>
                  <a:gd name="T9" fmla="*/ 40 h 81"/>
                  <a:gd name="T10" fmla="*/ 266 w 306"/>
                  <a:gd name="T11" fmla="*/ 71 h 81"/>
                  <a:gd name="T12" fmla="*/ 0 w 306"/>
                  <a:gd name="T13" fmla="*/ 71 h 81"/>
                  <a:gd name="T14" fmla="*/ 0 w 306"/>
                  <a:gd name="T15" fmla="*/ 81 h 81"/>
                  <a:gd name="T16" fmla="*/ 266 w 306"/>
                  <a:gd name="T17" fmla="*/ 81 h 81"/>
                  <a:gd name="T18" fmla="*/ 306 w 306"/>
                  <a:gd name="T19" fmla="*/ 40 h 81"/>
                  <a:gd name="T20" fmla="*/ 266 w 306"/>
                  <a:gd name="T2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6" h="81">
                    <a:moveTo>
                      <a:pt x="26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83" y="10"/>
                      <a:pt x="296" y="24"/>
                      <a:pt x="296" y="40"/>
                    </a:cubicBezTo>
                    <a:cubicBezTo>
                      <a:pt x="296" y="57"/>
                      <a:pt x="283" y="71"/>
                      <a:pt x="266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266" y="81"/>
                      <a:pt x="266" y="81"/>
                      <a:pt x="266" y="81"/>
                    </a:cubicBezTo>
                    <a:cubicBezTo>
                      <a:pt x="288" y="81"/>
                      <a:pt x="306" y="63"/>
                      <a:pt x="306" y="40"/>
                    </a:cubicBezTo>
                    <a:cubicBezTo>
                      <a:pt x="306" y="18"/>
                      <a:pt x="288" y="0"/>
                      <a:pt x="2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6" name="">
                <a:extLst>
                  <a:ext uri="{FF2B5EF4-FFF2-40B4-BE49-F238E27FC236}">
                    <a16:creationId xmlns:a16="http://schemas.microsoft.com/office/drawing/2014/main" id="{5787B790-4587-49BF-AFD5-D611E97E1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154986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2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2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7" name="">
                <a:extLst>
                  <a:ext uri="{FF2B5EF4-FFF2-40B4-BE49-F238E27FC236}">
                    <a16:creationId xmlns:a16="http://schemas.microsoft.com/office/drawing/2014/main" id="{30020E32-D45D-4D39-96D1-94AC25BBE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18052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1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1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0"/>
                      <a:pt x="240" y="1"/>
                    </a:cubicBezTo>
                    <a:cubicBezTo>
                      <a:pt x="240" y="2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8" name="">
                <a:extLst>
                  <a:ext uri="{FF2B5EF4-FFF2-40B4-BE49-F238E27FC236}">
                    <a16:creationId xmlns:a16="http://schemas.microsoft.com/office/drawing/2014/main" id="{F99A58A1-2210-48DF-BC8E-B5687F615F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77053"/>
                <a:ext cx="1015188" cy="16275"/>
              </a:xfrm>
              <a:custGeom>
                <a:avLst/>
                <a:gdLst>
                  <a:gd name="T0" fmla="*/ 238 w 240"/>
                  <a:gd name="T1" fmla="*/ 4 h 4"/>
                  <a:gd name="T2" fmla="*/ 2 w 240"/>
                  <a:gd name="T3" fmla="*/ 4 h 4"/>
                  <a:gd name="T4" fmla="*/ 0 w 240"/>
                  <a:gd name="T5" fmla="*/ 2 h 4"/>
                  <a:gd name="T6" fmla="*/ 2 w 240"/>
                  <a:gd name="T7" fmla="*/ 0 h 4"/>
                  <a:gd name="T8" fmla="*/ 238 w 240"/>
                  <a:gd name="T9" fmla="*/ 0 h 4"/>
                  <a:gd name="T10" fmla="*/ 240 w 240"/>
                  <a:gd name="T11" fmla="*/ 2 h 4"/>
                  <a:gd name="T12" fmla="*/ 238 w 240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4">
                    <a:moveTo>
                      <a:pt x="238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4"/>
                      <a:pt x="23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29" name="">
                <a:extLst>
                  <a:ext uri="{FF2B5EF4-FFF2-40B4-BE49-F238E27FC236}">
                    <a16:creationId xmlns:a16="http://schemas.microsoft.com/office/drawing/2014/main" id="{49F4ECDF-8115-4E77-9A4B-AC81761FD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260409"/>
              </a:xfrm>
              <a:custGeom>
                <a:avLst/>
                <a:gdLst>
                  <a:gd name="T0" fmla="*/ 210 w 228"/>
                  <a:gd name="T1" fmla="*/ 62 h 62"/>
                  <a:gd name="T2" fmla="*/ 0 w 228"/>
                  <a:gd name="T3" fmla="*/ 62 h 62"/>
                  <a:gd name="T4" fmla="*/ 0 w 228"/>
                  <a:gd name="T5" fmla="*/ 0 h 62"/>
                  <a:gd name="T6" fmla="*/ 210 w 228"/>
                  <a:gd name="T7" fmla="*/ 0 h 62"/>
                  <a:gd name="T8" fmla="*/ 228 w 228"/>
                  <a:gd name="T9" fmla="*/ 19 h 62"/>
                  <a:gd name="T10" fmla="*/ 228 w 228"/>
                  <a:gd name="T11" fmla="*/ 44 h 62"/>
                  <a:gd name="T12" fmla="*/ 210 w 228"/>
                  <a:gd name="T13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62">
                    <a:moveTo>
                      <a:pt x="210" y="62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20" y="0"/>
                      <a:pt x="228" y="9"/>
                      <a:pt x="228" y="19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8" y="54"/>
                      <a:pt x="220" y="62"/>
                      <a:pt x="210" y="62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0" name="">
                <a:extLst>
                  <a:ext uri="{FF2B5EF4-FFF2-40B4-BE49-F238E27FC236}">
                    <a16:creationId xmlns:a16="http://schemas.microsoft.com/office/drawing/2014/main" id="{09D86F52-76D5-48CD-A892-AD4AB9B2A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197342"/>
              </a:xfrm>
              <a:custGeom>
                <a:avLst/>
                <a:gdLst>
                  <a:gd name="T0" fmla="*/ 197 w 228"/>
                  <a:gd name="T1" fmla="*/ 0 h 47"/>
                  <a:gd name="T2" fmla="*/ 0 w 228"/>
                  <a:gd name="T3" fmla="*/ 0 h 47"/>
                  <a:gd name="T4" fmla="*/ 0 w 228"/>
                  <a:gd name="T5" fmla="*/ 9 h 47"/>
                  <a:gd name="T6" fmla="*/ 194 w 228"/>
                  <a:gd name="T7" fmla="*/ 9 h 47"/>
                  <a:gd name="T8" fmla="*/ 225 w 228"/>
                  <a:gd name="T9" fmla="*/ 40 h 47"/>
                  <a:gd name="T10" fmla="*/ 224 w 228"/>
                  <a:gd name="T11" fmla="*/ 47 h 47"/>
                  <a:gd name="T12" fmla="*/ 228 w 228"/>
                  <a:gd name="T13" fmla="*/ 31 h 47"/>
                  <a:gd name="T14" fmla="*/ 228 w 228"/>
                  <a:gd name="T15" fmla="*/ 31 h 47"/>
                  <a:gd name="T16" fmla="*/ 197 w 228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8" h="47">
                    <a:moveTo>
                      <a:pt x="19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211" y="9"/>
                      <a:pt x="225" y="23"/>
                      <a:pt x="225" y="40"/>
                    </a:cubicBezTo>
                    <a:cubicBezTo>
                      <a:pt x="225" y="43"/>
                      <a:pt x="224" y="45"/>
                      <a:pt x="224" y="47"/>
                    </a:cubicBezTo>
                    <a:cubicBezTo>
                      <a:pt x="226" y="43"/>
                      <a:pt x="228" y="37"/>
                      <a:pt x="228" y="31"/>
                    </a:cubicBezTo>
                    <a:cubicBezTo>
                      <a:pt x="228" y="31"/>
                      <a:pt x="228" y="31"/>
                      <a:pt x="228" y="31"/>
                    </a:cubicBezTo>
                    <a:cubicBezTo>
                      <a:pt x="228" y="14"/>
                      <a:pt x="214" y="0"/>
                      <a:pt x="197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1" name="">
                <a:extLst>
                  <a:ext uri="{FF2B5EF4-FFF2-40B4-BE49-F238E27FC236}">
                    <a16:creationId xmlns:a16="http://schemas.microsoft.com/office/drawing/2014/main" id="{674A042B-42D9-4AAD-95CD-EDABDD1E41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90" y="4512102"/>
                <a:ext cx="1009084" cy="301097"/>
              </a:xfrm>
              <a:custGeom>
                <a:avLst/>
                <a:gdLst>
                  <a:gd name="T0" fmla="*/ 203 w 239"/>
                  <a:gd name="T1" fmla="*/ 0 h 71"/>
                  <a:gd name="T2" fmla="*/ 0 w 239"/>
                  <a:gd name="T3" fmla="*/ 0 h 71"/>
                  <a:gd name="T4" fmla="*/ 0 w 239"/>
                  <a:gd name="T5" fmla="*/ 9 h 71"/>
                  <a:gd name="T6" fmla="*/ 203 w 239"/>
                  <a:gd name="T7" fmla="*/ 9 h 71"/>
                  <a:gd name="T8" fmla="*/ 230 w 239"/>
                  <a:gd name="T9" fmla="*/ 35 h 71"/>
                  <a:gd name="T10" fmla="*/ 203 w 239"/>
                  <a:gd name="T11" fmla="*/ 62 h 71"/>
                  <a:gd name="T12" fmla="*/ 0 w 239"/>
                  <a:gd name="T13" fmla="*/ 62 h 71"/>
                  <a:gd name="T14" fmla="*/ 0 w 239"/>
                  <a:gd name="T15" fmla="*/ 71 h 71"/>
                  <a:gd name="T16" fmla="*/ 203 w 239"/>
                  <a:gd name="T17" fmla="*/ 71 h 71"/>
                  <a:gd name="T18" fmla="*/ 239 w 239"/>
                  <a:gd name="T19" fmla="*/ 35 h 71"/>
                  <a:gd name="T20" fmla="*/ 203 w 239"/>
                  <a:gd name="T2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9" h="71">
                    <a:moveTo>
                      <a:pt x="20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03" y="9"/>
                      <a:pt x="203" y="9"/>
                      <a:pt x="203" y="9"/>
                    </a:cubicBezTo>
                    <a:cubicBezTo>
                      <a:pt x="218" y="9"/>
                      <a:pt x="230" y="21"/>
                      <a:pt x="230" y="35"/>
                    </a:cubicBezTo>
                    <a:cubicBezTo>
                      <a:pt x="230" y="50"/>
                      <a:pt x="218" y="62"/>
                      <a:pt x="203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23" y="71"/>
                      <a:pt x="239" y="55"/>
                      <a:pt x="239" y="35"/>
                    </a:cubicBezTo>
                    <a:cubicBezTo>
                      <a:pt x="239" y="16"/>
                      <a:pt x="223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2" name="">
                <a:extLst>
                  <a:ext uri="{FF2B5EF4-FFF2-40B4-BE49-F238E27FC236}">
                    <a16:creationId xmlns:a16="http://schemas.microsoft.com/office/drawing/2014/main" id="{936E2E4C-6D67-41A2-B20D-9CE1A7F9C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0161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2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2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2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3" name="">
                <a:extLst>
                  <a:ext uri="{FF2B5EF4-FFF2-40B4-BE49-F238E27FC236}">
                    <a16:creationId xmlns:a16="http://schemas.microsoft.com/office/drawing/2014/main" id="{C0D288F7-7E2F-4AA1-98D2-30FCF7F06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5654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4" name="">
                <a:extLst>
                  <a:ext uri="{FF2B5EF4-FFF2-40B4-BE49-F238E27FC236}">
                    <a16:creationId xmlns:a16="http://schemas.microsoft.com/office/drawing/2014/main" id="{7FEAC833-70EB-4C08-85F7-A2552D4A4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711478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0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5" name="">
                <a:extLst>
                  <a:ext uri="{FF2B5EF4-FFF2-40B4-BE49-F238E27FC236}">
                    <a16:creationId xmlns:a16="http://schemas.microsoft.com/office/drawing/2014/main" id="{F43A492D-323E-45A3-A43D-FE4FA0F3B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215651"/>
              </a:xfrm>
              <a:custGeom>
                <a:avLst/>
                <a:gdLst>
                  <a:gd name="T0" fmla="*/ 244 w 259"/>
                  <a:gd name="T1" fmla="*/ 51 h 51"/>
                  <a:gd name="T2" fmla="*/ 0 w 259"/>
                  <a:gd name="T3" fmla="*/ 51 h 51"/>
                  <a:gd name="T4" fmla="*/ 0 w 259"/>
                  <a:gd name="T5" fmla="*/ 0 h 51"/>
                  <a:gd name="T6" fmla="*/ 244 w 259"/>
                  <a:gd name="T7" fmla="*/ 0 h 51"/>
                  <a:gd name="T8" fmla="*/ 259 w 259"/>
                  <a:gd name="T9" fmla="*/ 15 h 51"/>
                  <a:gd name="T10" fmla="*/ 259 w 259"/>
                  <a:gd name="T11" fmla="*/ 36 h 51"/>
                  <a:gd name="T12" fmla="*/ 244 w 259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9" h="51">
                    <a:moveTo>
                      <a:pt x="244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52" y="0"/>
                      <a:pt x="259" y="7"/>
                      <a:pt x="259" y="15"/>
                    </a:cubicBezTo>
                    <a:cubicBezTo>
                      <a:pt x="259" y="36"/>
                      <a:pt x="259" y="36"/>
                      <a:pt x="259" y="36"/>
                    </a:cubicBezTo>
                    <a:cubicBezTo>
                      <a:pt x="259" y="45"/>
                      <a:pt x="252" y="51"/>
                      <a:pt x="244" y="5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6" name="">
                <a:extLst>
                  <a:ext uri="{FF2B5EF4-FFF2-40B4-BE49-F238E27FC236}">
                    <a16:creationId xmlns:a16="http://schemas.microsoft.com/office/drawing/2014/main" id="{A4FF7D91-0A9F-48B9-B7EA-EEC0F690F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164790"/>
              </a:xfrm>
              <a:custGeom>
                <a:avLst/>
                <a:gdLst>
                  <a:gd name="T0" fmla="*/ 233 w 259"/>
                  <a:gd name="T1" fmla="*/ 0 h 39"/>
                  <a:gd name="T2" fmla="*/ 0 w 259"/>
                  <a:gd name="T3" fmla="*/ 0 h 39"/>
                  <a:gd name="T4" fmla="*/ 0 w 259"/>
                  <a:gd name="T5" fmla="*/ 7 h 39"/>
                  <a:gd name="T6" fmla="*/ 230 w 259"/>
                  <a:gd name="T7" fmla="*/ 7 h 39"/>
                  <a:gd name="T8" fmla="*/ 256 w 259"/>
                  <a:gd name="T9" fmla="*/ 33 h 39"/>
                  <a:gd name="T10" fmla="*/ 255 w 259"/>
                  <a:gd name="T11" fmla="*/ 39 h 39"/>
                  <a:gd name="T12" fmla="*/ 259 w 259"/>
                  <a:gd name="T13" fmla="*/ 26 h 39"/>
                  <a:gd name="T14" fmla="*/ 259 w 259"/>
                  <a:gd name="T15" fmla="*/ 26 h 39"/>
                  <a:gd name="T16" fmla="*/ 233 w 259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9" h="39">
                    <a:moveTo>
                      <a:pt x="23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0" y="7"/>
                      <a:pt x="230" y="7"/>
                      <a:pt x="230" y="7"/>
                    </a:cubicBezTo>
                    <a:cubicBezTo>
                      <a:pt x="245" y="7"/>
                      <a:pt x="256" y="19"/>
                      <a:pt x="256" y="33"/>
                    </a:cubicBezTo>
                    <a:cubicBezTo>
                      <a:pt x="256" y="35"/>
                      <a:pt x="256" y="37"/>
                      <a:pt x="255" y="39"/>
                    </a:cubicBezTo>
                    <a:cubicBezTo>
                      <a:pt x="257" y="35"/>
                      <a:pt x="259" y="31"/>
                      <a:pt x="259" y="26"/>
                    </a:cubicBezTo>
                    <a:cubicBezTo>
                      <a:pt x="259" y="26"/>
                      <a:pt x="259" y="26"/>
                      <a:pt x="259" y="26"/>
                    </a:cubicBezTo>
                    <a:cubicBezTo>
                      <a:pt x="259" y="12"/>
                      <a:pt x="247" y="0"/>
                      <a:pt x="233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7" name="">
                <a:extLst>
                  <a:ext uri="{FF2B5EF4-FFF2-40B4-BE49-F238E27FC236}">
                    <a16:creationId xmlns:a16="http://schemas.microsoft.com/office/drawing/2014/main" id="{D2FB2189-A4A0-45A3-B00F-07E111955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1526" y="4813200"/>
                <a:ext cx="1133185" cy="244133"/>
              </a:xfrm>
              <a:custGeom>
                <a:avLst/>
                <a:gdLst>
                  <a:gd name="T0" fmla="*/ 238 w 268"/>
                  <a:gd name="T1" fmla="*/ 0 h 58"/>
                  <a:gd name="T2" fmla="*/ 0 w 268"/>
                  <a:gd name="T3" fmla="*/ 0 h 58"/>
                  <a:gd name="T4" fmla="*/ 0 w 268"/>
                  <a:gd name="T5" fmla="*/ 7 h 58"/>
                  <a:gd name="T6" fmla="*/ 238 w 268"/>
                  <a:gd name="T7" fmla="*/ 7 h 58"/>
                  <a:gd name="T8" fmla="*/ 260 w 268"/>
                  <a:gd name="T9" fmla="*/ 29 h 58"/>
                  <a:gd name="T10" fmla="*/ 238 w 268"/>
                  <a:gd name="T11" fmla="*/ 51 h 58"/>
                  <a:gd name="T12" fmla="*/ 0 w 268"/>
                  <a:gd name="T13" fmla="*/ 51 h 58"/>
                  <a:gd name="T14" fmla="*/ 0 w 268"/>
                  <a:gd name="T15" fmla="*/ 58 h 58"/>
                  <a:gd name="T16" fmla="*/ 238 w 268"/>
                  <a:gd name="T17" fmla="*/ 58 h 58"/>
                  <a:gd name="T18" fmla="*/ 268 w 268"/>
                  <a:gd name="T19" fmla="*/ 29 h 58"/>
                  <a:gd name="T20" fmla="*/ 238 w 268"/>
                  <a:gd name="T21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8" h="58">
                    <a:moveTo>
                      <a:pt x="23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8" y="7"/>
                      <a:pt x="238" y="7"/>
                      <a:pt x="238" y="7"/>
                    </a:cubicBezTo>
                    <a:cubicBezTo>
                      <a:pt x="250" y="7"/>
                      <a:pt x="260" y="17"/>
                      <a:pt x="260" y="29"/>
                    </a:cubicBezTo>
                    <a:cubicBezTo>
                      <a:pt x="260" y="41"/>
                      <a:pt x="250" y="51"/>
                      <a:pt x="238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54" y="58"/>
                      <a:pt x="268" y="45"/>
                      <a:pt x="268" y="29"/>
                    </a:cubicBezTo>
                    <a:cubicBezTo>
                      <a:pt x="268" y="13"/>
                      <a:pt x="254" y="0"/>
                      <a:pt x="238" y="0"/>
                    </a:cubicBez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8" name="">
                <a:extLst>
                  <a:ext uri="{FF2B5EF4-FFF2-40B4-BE49-F238E27FC236}">
                    <a16:creationId xmlns:a16="http://schemas.microsoft.com/office/drawing/2014/main" id="{E22F9E53-C581-405C-A6C7-01853A0BA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884404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39" name="">
                <a:extLst>
                  <a:ext uri="{FF2B5EF4-FFF2-40B4-BE49-F238E27FC236}">
                    <a16:creationId xmlns:a16="http://schemas.microsoft.com/office/drawing/2014/main" id="{43D71DAB-1840-466F-B69C-434F97A3D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31197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0"/>
                      <a:pt x="219" y="1"/>
                    </a:cubicBezTo>
                    <a:cubicBezTo>
                      <a:pt x="219" y="1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40" name="">
                <a:extLst>
                  <a:ext uri="{FF2B5EF4-FFF2-40B4-BE49-F238E27FC236}">
                    <a16:creationId xmlns:a16="http://schemas.microsoft.com/office/drawing/2014/main" id="{B84C91BF-E5CA-478F-88AC-DEDC0A08F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71887"/>
                <a:ext cx="923637" cy="14242"/>
              </a:xfrm>
              <a:custGeom>
                <a:avLst/>
                <a:gdLst>
                  <a:gd name="T0" fmla="*/ 218 w 219"/>
                  <a:gd name="T1" fmla="*/ 3 h 3"/>
                  <a:gd name="T2" fmla="*/ 1 w 219"/>
                  <a:gd name="T3" fmla="*/ 3 h 3"/>
                  <a:gd name="T4" fmla="*/ 0 w 219"/>
                  <a:gd name="T5" fmla="*/ 1 h 3"/>
                  <a:gd name="T6" fmla="*/ 1 w 219"/>
                  <a:gd name="T7" fmla="*/ 0 h 3"/>
                  <a:gd name="T8" fmla="*/ 218 w 219"/>
                  <a:gd name="T9" fmla="*/ 0 h 3"/>
                  <a:gd name="T10" fmla="*/ 219 w 219"/>
                  <a:gd name="T11" fmla="*/ 1 h 3"/>
                  <a:gd name="T12" fmla="*/ 218 w 219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3">
                    <a:moveTo>
                      <a:pt x="218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3"/>
                      <a:pt x="21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145" name="">
              <a:extLst>
                <a:ext uri="{FF2B5EF4-FFF2-40B4-BE49-F238E27FC236}">
                  <a16:creationId xmlns:a16="http://schemas.microsoft.com/office/drawing/2014/main" id="{6384CA21-C7C4-4A7B-96C1-00097BDBF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922" y="2763498"/>
              <a:ext cx="207514" cy="412992"/>
            </a:xfrm>
            <a:custGeom>
              <a:avLst/>
              <a:gdLst>
                <a:gd name="T0" fmla="*/ 50 w 102"/>
                <a:gd name="T1" fmla="*/ 0 h 203"/>
                <a:gd name="T2" fmla="*/ 0 w 102"/>
                <a:gd name="T3" fmla="*/ 203 h 203"/>
                <a:gd name="T4" fmla="*/ 102 w 102"/>
                <a:gd name="T5" fmla="*/ 203 h 203"/>
                <a:gd name="T6" fmla="*/ 50 w 102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203">
                  <a:moveTo>
                    <a:pt x="50" y="0"/>
                  </a:moveTo>
                  <a:lnTo>
                    <a:pt x="0" y="203"/>
                  </a:lnTo>
                  <a:lnTo>
                    <a:pt x="102" y="203"/>
                  </a:lnTo>
                  <a:lnTo>
                    <a:pt x="50" y="0"/>
                  </a:lnTo>
                </a:path>
              </a:pathLst>
            </a:custGeom>
            <a:solidFill>
              <a:srgbClr val="FCD6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6" name="">
              <a:extLst>
                <a:ext uri="{FF2B5EF4-FFF2-40B4-BE49-F238E27FC236}">
                  <a16:creationId xmlns:a16="http://schemas.microsoft.com/office/drawing/2014/main" id="{C5E15C0C-0009-43CC-A785-0424E40EA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062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7" name="">
              <a:extLst>
                <a:ext uri="{FF2B5EF4-FFF2-40B4-BE49-F238E27FC236}">
                  <a16:creationId xmlns:a16="http://schemas.microsoft.com/office/drawing/2014/main" id="{F8925E34-86CA-48CF-843C-74C0A582A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365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8" name="">
              <a:extLst>
                <a:ext uri="{FF2B5EF4-FFF2-40B4-BE49-F238E27FC236}">
                  <a16:creationId xmlns:a16="http://schemas.microsoft.com/office/drawing/2014/main" id="{3B2F7EC2-AB73-4855-8951-FAA9332C6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128" y="3242610"/>
              <a:ext cx="187169" cy="91550"/>
            </a:xfrm>
            <a:custGeom>
              <a:avLst/>
              <a:gdLst>
                <a:gd name="T0" fmla="*/ 22 w 44"/>
                <a:gd name="T1" fmla="*/ 22 h 22"/>
                <a:gd name="T2" fmla="*/ 0 w 44"/>
                <a:gd name="T3" fmla="*/ 5 h 22"/>
                <a:gd name="T4" fmla="*/ 3 w 44"/>
                <a:gd name="T5" fmla="*/ 0 h 22"/>
                <a:gd name="T6" fmla="*/ 7 w 44"/>
                <a:gd name="T7" fmla="*/ 3 h 22"/>
                <a:gd name="T8" fmla="*/ 22 w 44"/>
                <a:gd name="T9" fmla="*/ 14 h 22"/>
                <a:gd name="T10" fmla="*/ 36 w 44"/>
                <a:gd name="T11" fmla="*/ 3 h 22"/>
                <a:gd name="T12" fmla="*/ 41 w 44"/>
                <a:gd name="T13" fmla="*/ 0 h 22"/>
                <a:gd name="T14" fmla="*/ 43 w 44"/>
                <a:gd name="T15" fmla="*/ 5 h 22"/>
                <a:gd name="T16" fmla="*/ 22 w 44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22">
                  <a:moveTo>
                    <a:pt x="22" y="22"/>
                  </a:moveTo>
                  <a:cubicBezTo>
                    <a:pt x="11" y="22"/>
                    <a:pt x="3" y="1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10" y="11"/>
                    <a:pt x="17" y="14"/>
                    <a:pt x="22" y="14"/>
                  </a:cubicBezTo>
                  <a:cubicBezTo>
                    <a:pt x="27" y="14"/>
                    <a:pt x="34" y="11"/>
                    <a:pt x="36" y="3"/>
                  </a:cubicBezTo>
                  <a:cubicBezTo>
                    <a:pt x="37" y="1"/>
                    <a:pt x="39" y="0"/>
                    <a:pt x="41" y="0"/>
                  </a:cubicBezTo>
                  <a:cubicBezTo>
                    <a:pt x="43" y="1"/>
                    <a:pt x="44" y="3"/>
                    <a:pt x="43" y="5"/>
                  </a:cubicBezTo>
                  <a:cubicBezTo>
                    <a:pt x="41" y="15"/>
                    <a:pt x="32" y="22"/>
                    <a:pt x="22" y="22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9" name="">
              <a:extLst>
                <a:ext uri="{FF2B5EF4-FFF2-40B4-BE49-F238E27FC236}">
                  <a16:creationId xmlns:a16="http://schemas.microsoft.com/office/drawing/2014/main" id="{A77254AC-92EF-473E-BFB2-2A3638DB0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617" y="2790963"/>
              <a:ext cx="262444" cy="126135"/>
            </a:xfrm>
            <a:custGeom>
              <a:avLst/>
              <a:gdLst>
                <a:gd name="T0" fmla="*/ 13 w 62"/>
                <a:gd name="T1" fmla="*/ 25 h 30"/>
                <a:gd name="T2" fmla="*/ 52 w 62"/>
                <a:gd name="T3" fmla="*/ 16 h 30"/>
                <a:gd name="T4" fmla="*/ 55 w 62"/>
                <a:gd name="T5" fmla="*/ 5 h 30"/>
                <a:gd name="T6" fmla="*/ 5 w 62"/>
                <a:gd name="T7" fmla="*/ 17 h 30"/>
                <a:gd name="T8" fmla="*/ 13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13" y="25"/>
                  </a:moveTo>
                  <a:cubicBezTo>
                    <a:pt x="24" y="15"/>
                    <a:pt x="38" y="12"/>
                    <a:pt x="52" y="16"/>
                  </a:cubicBezTo>
                  <a:cubicBezTo>
                    <a:pt x="59" y="18"/>
                    <a:pt x="62" y="7"/>
                    <a:pt x="55" y="5"/>
                  </a:cubicBezTo>
                  <a:cubicBezTo>
                    <a:pt x="37" y="0"/>
                    <a:pt x="19" y="5"/>
                    <a:pt x="5" y="17"/>
                  </a:cubicBezTo>
                  <a:cubicBezTo>
                    <a:pt x="0" y="22"/>
                    <a:pt x="8" y="30"/>
                    <a:pt x="13" y="2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0" name="">
              <a:extLst>
                <a:ext uri="{FF2B5EF4-FFF2-40B4-BE49-F238E27FC236}">
                  <a16:creationId xmlns:a16="http://schemas.microsoft.com/office/drawing/2014/main" id="{C754AB65-F997-40DD-A22A-0DE6B84B4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366" y="2790963"/>
              <a:ext cx="260409" cy="126135"/>
            </a:xfrm>
            <a:custGeom>
              <a:avLst/>
              <a:gdLst>
                <a:gd name="T0" fmla="*/ 49 w 62"/>
                <a:gd name="T1" fmla="*/ 25 h 30"/>
                <a:gd name="T2" fmla="*/ 10 w 62"/>
                <a:gd name="T3" fmla="*/ 16 h 30"/>
                <a:gd name="T4" fmla="*/ 7 w 62"/>
                <a:gd name="T5" fmla="*/ 5 h 30"/>
                <a:gd name="T6" fmla="*/ 57 w 62"/>
                <a:gd name="T7" fmla="*/ 17 h 30"/>
                <a:gd name="T8" fmla="*/ 49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49" y="25"/>
                  </a:moveTo>
                  <a:cubicBezTo>
                    <a:pt x="38" y="15"/>
                    <a:pt x="24" y="12"/>
                    <a:pt x="10" y="16"/>
                  </a:cubicBezTo>
                  <a:cubicBezTo>
                    <a:pt x="3" y="18"/>
                    <a:pt x="0" y="7"/>
                    <a:pt x="7" y="5"/>
                  </a:cubicBezTo>
                  <a:cubicBezTo>
                    <a:pt x="25" y="0"/>
                    <a:pt x="43" y="5"/>
                    <a:pt x="57" y="17"/>
                  </a:cubicBezTo>
                  <a:cubicBezTo>
                    <a:pt x="62" y="22"/>
                    <a:pt x="54" y="30"/>
                    <a:pt x="49" y="2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1" name="">
              <a:extLst>
                <a:ext uri="{FF2B5EF4-FFF2-40B4-BE49-F238E27FC236}">
                  <a16:creationId xmlns:a16="http://schemas.microsoft.com/office/drawing/2014/main" id="{D1117730-7F2E-4701-8C8A-C588ECACC8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20481" y="2453246"/>
              <a:ext cx="917534" cy="648988"/>
            </a:xfrm>
            <a:custGeom>
              <a:avLst/>
              <a:gdLst>
                <a:gd name="T0" fmla="*/ 199 w 217"/>
                <a:gd name="T1" fmla="*/ 11 h 154"/>
                <a:gd name="T2" fmla="*/ 214 w 217"/>
                <a:gd name="T3" fmla="*/ 23 h 154"/>
                <a:gd name="T4" fmla="*/ 217 w 217"/>
                <a:gd name="T5" fmla="*/ 15 h 154"/>
                <a:gd name="T6" fmla="*/ 199 w 217"/>
                <a:gd name="T7" fmla="*/ 11 h 154"/>
                <a:gd name="T8" fmla="*/ 81 w 217"/>
                <a:gd name="T9" fmla="*/ 0 h 154"/>
                <a:gd name="T10" fmla="*/ 67 w 217"/>
                <a:gd name="T11" fmla="*/ 1 h 154"/>
                <a:gd name="T12" fmla="*/ 21 w 217"/>
                <a:gd name="T13" fmla="*/ 25 h 154"/>
                <a:gd name="T14" fmla="*/ 6 w 217"/>
                <a:gd name="T15" fmla="*/ 75 h 154"/>
                <a:gd name="T16" fmla="*/ 2 w 217"/>
                <a:gd name="T17" fmla="*/ 128 h 154"/>
                <a:gd name="T18" fmla="*/ 3 w 217"/>
                <a:gd name="T19" fmla="*/ 152 h 154"/>
                <a:gd name="T20" fmla="*/ 12 w 217"/>
                <a:gd name="T21" fmla="*/ 154 h 154"/>
                <a:gd name="T22" fmla="*/ 8 w 217"/>
                <a:gd name="T23" fmla="*/ 127 h 154"/>
                <a:gd name="T24" fmla="*/ 81 w 217"/>
                <a:gd name="T2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7" h="154">
                  <a:moveTo>
                    <a:pt x="199" y="11"/>
                  </a:moveTo>
                  <a:cubicBezTo>
                    <a:pt x="204" y="15"/>
                    <a:pt x="209" y="19"/>
                    <a:pt x="214" y="23"/>
                  </a:cubicBezTo>
                  <a:cubicBezTo>
                    <a:pt x="215" y="21"/>
                    <a:pt x="216" y="18"/>
                    <a:pt x="217" y="15"/>
                  </a:cubicBezTo>
                  <a:cubicBezTo>
                    <a:pt x="211" y="13"/>
                    <a:pt x="205" y="12"/>
                    <a:pt x="199" y="11"/>
                  </a:cubicBezTo>
                  <a:moveTo>
                    <a:pt x="81" y="0"/>
                  </a:moveTo>
                  <a:cubicBezTo>
                    <a:pt x="76" y="0"/>
                    <a:pt x="72" y="1"/>
                    <a:pt x="67" y="1"/>
                  </a:cubicBezTo>
                  <a:cubicBezTo>
                    <a:pt x="50" y="4"/>
                    <a:pt x="32" y="11"/>
                    <a:pt x="21" y="25"/>
                  </a:cubicBezTo>
                  <a:cubicBezTo>
                    <a:pt x="10" y="39"/>
                    <a:pt x="7" y="57"/>
                    <a:pt x="6" y="75"/>
                  </a:cubicBezTo>
                  <a:cubicBezTo>
                    <a:pt x="5" y="92"/>
                    <a:pt x="6" y="110"/>
                    <a:pt x="2" y="12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6" y="152"/>
                    <a:pt x="9" y="153"/>
                    <a:pt x="12" y="154"/>
                  </a:cubicBezTo>
                  <a:cubicBezTo>
                    <a:pt x="8" y="127"/>
                    <a:pt x="8" y="127"/>
                    <a:pt x="8" y="127"/>
                  </a:cubicBezTo>
                  <a:cubicBezTo>
                    <a:pt x="0" y="70"/>
                    <a:pt x="32" y="18"/>
                    <a:pt x="8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2" name="">
              <a:extLst>
                <a:ext uri="{FF2B5EF4-FFF2-40B4-BE49-F238E27FC236}">
                  <a16:creationId xmlns:a16="http://schemas.microsoft.com/office/drawing/2014/main" id="{2A5B7B57-13DE-4547-B346-AF1A77590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481" y="2453246"/>
              <a:ext cx="903292" cy="653056"/>
            </a:xfrm>
            <a:custGeom>
              <a:avLst/>
              <a:gdLst>
                <a:gd name="T0" fmla="*/ 91 w 214"/>
                <a:gd name="T1" fmla="*/ 0 h 155"/>
                <a:gd name="T2" fmla="*/ 81 w 214"/>
                <a:gd name="T3" fmla="*/ 0 h 155"/>
                <a:gd name="T4" fmla="*/ 8 w 214"/>
                <a:gd name="T5" fmla="*/ 127 h 155"/>
                <a:gd name="T6" fmla="*/ 12 w 214"/>
                <a:gd name="T7" fmla="*/ 154 h 155"/>
                <a:gd name="T8" fmla="*/ 15 w 214"/>
                <a:gd name="T9" fmla="*/ 155 h 155"/>
                <a:gd name="T10" fmla="*/ 28 w 214"/>
                <a:gd name="T11" fmla="*/ 146 h 155"/>
                <a:gd name="T12" fmla="*/ 52 w 214"/>
                <a:gd name="T13" fmla="*/ 106 h 155"/>
                <a:gd name="T14" fmla="*/ 49 w 214"/>
                <a:gd name="T15" fmla="*/ 97 h 155"/>
                <a:gd name="T16" fmla="*/ 56 w 214"/>
                <a:gd name="T17" fmla="*/ 91 h 155"/>
                <a:gd name="T18" fmla="*/ 59 w 214"/>
                <a:gd name="T19" fmla="*/ 65 h 155"/>
                <a:gd name="T20" fmla="*/ 106 w 214"/>
                <a:gd name="T21" fmla="*/ 75 h 155"/>
                <a:gd name="T22" fmla="*/ 108 w 214"/>
                <a:gd name="T23" fmla="*/ 75 h 155"/>
                <a:gd name="T24" fmla="*/ 174 w 214"/>
                <a:gd name="T25" fmla="*/ 64 h 155"/>
                <a:gd name="T26" fmla="*/ 214 w 214"/>
                <a:gd name="T27" fmla="*/ 23 h 155"/>
                <a:gd name="T28" fmla="*/ 199 w 214"/>
                <a:gd name="T29" fmla="*/ 11 h 155"/>
                <a:gd name="T30" fmla="*/ 124 w 214"/>
                <a:gd name="T31" fmla="*/ 2 h 155"/>
                <a:gd name="T32" fmla="*/ 91 w 214"/>
                <a:gd name="T3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4" h="155">
                  <a:moveTo>
                    <a:pt x="91" y="0"/>
                  </a:moveTo>
                  <a:cubicBezTo>
                    <a:pt x="87" y="0"/>
                    <a:pt x="84" y="0"/>
                    <a:pt x="81" y="0"/>
                  </a:cubicBezTo>
                  <a:cubicBezTo>
                    <a:pt x="32" y="18"/>
                    <a:pt x="0" y="70"/>
                    <a:pt x="8" y="127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3" y="154"/>
                    <a:pt x="14" y="155"/>
                    <a:pt x="15" y="155"/>
                  </a:cubicBezTo>
                  <a:cubicBezTo>
                    <a:pt x="20" y="153"/>
                    <a:pt x="24" y="149"/>
                    <a:pt x="28" y="146"/>
                  </a:cubicBezTo>
                  <a:cubicBezTo>
                    <a:pt x="38" y="135"/>
                    <a:pt x="47" y="121"/>
                    <a:pt x="52" y="106"/>
                  </a:cubicBezTo>
                  <a:cubicBezTo>
                    <a:pt x="48" y="106"/>
                    <a:pt x="45" y="101"/>
                    <a:pt x="49" y="97"/>
                  </a:cubicBezTo>
                  <a:cubicBezTo>
                    <a:pt x="51" y="95"/>
                    <a:pt x="54" y="93"/>
                    <a:pt x="56" y="91"/>
                  </a:cubicBezTo>
                  <a:cubicBezTo>
                    <a:pt x="58" y="83"/>
                    <a:pt x="59" y="74"/>
                    <a:pt x="59" y="65"/>
                  </a:cubicBezTo>
                  <a:cubicBezTo>
                    <a:pt x="73" y="73"/>
                    <a:pt x="90" y="75"/>
                    <a:pt x="106" y="75"/>
                  </a:cubicBezTo>
                  <a:cubicBezTo>
                    <a:pt x="107" y="75"/>
                    <a:pt x="107" y="75"/>
                    <a:pt x="108" y="75"/>
                  </a:cubicBezTo>
                  <a:cubicBezTo>
                    <a:pt x="131" y="75"/>
                    <a:pt x="154" y="73"/>
                    <a:pt x="174" y="64"/>
                  </a:cubicBezTo>
                  <a:cubicBezTo>
                    <a:pt x="192" y="56"/>
                    <a:pt x="208" y="41"/>
                    <a:pt x="214" y="23"/>
                  </a:cubicBezTo>
                  <a:cubicBezTo>
                    <a:pt x="209" y="19"/>
                    <a:pt x="204" y="15"/>
                    <a:pt x="199" y="11"/>
                  </a:cubicBezTo>
                  <a:cubicBezTo>
                    <a:pt x="174" y="7"/>
                    <a:pt x="149" y="4"/>
                    <a:pt x="124" y="2"/>
                  </a:cubicBezTo>
                  <a:cubicBezTo>
                    <a:pt x="113" y="1"/>
                    <a:pt x="102" y="0"/>
                    <a:pt x="91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3" name="">
              <a:extLst>
                <a:ext uri="{FF2B5EF4-FFF2-40B4-BE49-F238E27FC236}">
                  <a16:creationId xmlns:a16="http://schemas.microsoft.com/office/drawing/2014/main" id="{2DC92F9F-7D0B-44C0-802F-FFE9FE219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688" y="3094095"/>
              <a:ext cx="50862" cy="30517"/>
            </a:xfrm>
            <a:custGeom>
              <a:avLst/>
              <a:gdLst>
                <a:gd name="T0" fmla="*/ 0 w 12"/>
                <a:gd name="T1" fmla="*/ 0 h 7"/>
                <a:gd name="T2" fmla="*/ 1 w 12"/>
                <a:gd name="T3" fmla="*/ 7 h 7"/>
                <a:gd name="T4" fmla="*/ 12 w 12"/>
                <a:gd name="T5" fmla="*/ 3 h 7"/>
                <a:gd name="T6" fmla="*/ 9 w 12"/>
                <a:gd name="T7" fmla="*/ 2 h 7"/>
                <a:gd name="T8" fmla="*/ 0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5" y="7"/>
                    <a:pt x="8" y="5"/>
                    <a:pt x="12" y="3"/>
                  </a:cubicBezTo>
                  <a:cubicBezTo>
                    <a:pt x="11" y="3"/>
                    <a:pt x="10" y="2"/>
                    <a:pt x="9" y="2"/>
                  </a:cubicBezTo>
                  <a:cubicBezTo>
                    <a:pt x="6" y="1"/>
                    <a:pt x="3" y="0"/>
                    <a:pt x="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4" name="">
              <a:extLst>
                <a:ext uri="{FF2B5EF4-FFF2-40B4-BE49-F238E27FC236}">
                  <a16:creationId xmlns:a16="http://schemas.microsoft.com/office/drawing/2014/main" id="{97F9001A-F09E-441A-9EF2-10220F049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686" y="2837756"/>
              <a:ext cx="46793" cy="63068"/>
            </a:xfrm>
            <a:custGeom>
              <a:avLst/>
              <a:gdLst>
                <a:gd name="T0" fmla="*/ 11 w 11"/>
                <a:gd name="T1" fmla="*/ 0 h 15"/>
                <a:gd name="T2" fmla="*/ 4 w 11"/>
                <a:gd name="T3" fmla="*/ 6 h 15"/>
                <a:gd name="T4" fmla="*/ 7 w 11"/>
                <a:gd name="T5" fmla="*/ 15 h 15"/>
                <a:gd name="T6" fmla="*/ 11 w 11"/>
                <a:gd name="T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5">
                  <a:moveTo>
                    <a:pt x="11" y="0"/>
                  </a:moveTo>
                  <a:cubicBezTo>
                    <a:pt x="9" y="2"/>
                    <a:pt x="6" y="4"/>
                    <a:pt x="4" y="6"/>
                  </a:cubicBezTo>
                  <a:cubicBezTo>
                    <a:pt x="0" y="10"/>
                    <a:pt x="3" y="15"/>
                    <a:pt x="7" y="15"/>
                  </a:cubicBezTo>
                  <a:cubicBezTo>
                    <a:pt x="9" y="11"/>
                    <a:pt x="10" y="6"/>
                    <a:pt x="11" y="0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5" name="">
              <a:extLst>
                <a:ext uri="{FF2B5EF4-FFF2-40B4-BE49-F238E27FC236}">
                  <a16:creationId xmlns:a16="http://schemas.microsoft.com/office/drawing/2014/main" id="{3073B48B-8E70-46D0-B7A5-274C1A3A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483" y="2347456"/>
              <a:ext cx="976532" cy="789364"/>
            </a:xfrm>
            <a:custGeom>
              <a:avLst/>
              <a:gdLst>
                <a:gd name="T0" fmla="*/ 143 w 231"/>
                <a:gd name="T1" fmla="*/ 1 h 187"/>
                <a:gd name="T2" fmla="*/ 43 w 231"/>
                <a:gd name="T3" fmla="*/ 32 h 187"/>
                <a:gd name="T4" fmla="*/ 8 w 231"/>
                <a:gd name="T5" fmla="*/ 101 h 187"/>
                <a:gd name="T6" fmla="*/ 12 w 231"/>
                <a:gd name="T7" fmla="*/ 183 h 187"/>
                <a:gd name="T8" fmla="*/ 14 w 231"/>
                <a:gd name="T9" fmla="*/ 186 h 187"/>
                <a:gd name="T10" fmla="*/ 22 w 231"/>
                <a:gd name="T11" fmla="*/ 183 h 187"/>
                <a:gd name="T12" fmla="*/ 51 w 231"/>
                <a:gd name="T13" fmla="*/ 137 h 187"/>
                <a:gd name="T14" fmla="*/ 58 w 231"/>
                <a:gd name="T15" fmla="*/ 104 h 187"/>
                <a:gd name="T16" fmla="*/ 60 w 231"/>
                <a:gd name="T17" fmla="*/ 69 h 187"/>
                <a:gd name="T18" fmla="*/ 159 w 231"/>
                <a:gd name="T19" fmla="*/ 80 h 187"/>
                <a:gd name="T20" fmla="*/ 201 w 231"/>
                <a:gd name="T21" fmla="*/ 70 h 187"/>
                <a:gd name="T22" fmla="*/ 231 w 231"/>
                <a:gd name="T23" fmla="*/ 40 h 187"/>
                <a:gd name="T24" fmla="*/ 143 w 231"/>
                <a:gd name="T25" fmla="*/ 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1" h="187">
                  <a:moveTo>
                    <a:pt x="143" y="1"/>
                  </a:moveTo>
                  <a:cubicBezTo>
                    <a:pt x="112" y="0"/>
                    <a:pt x="65" y="9"/>
                    <a:pt x="43" y="32"/>
                  </a:cubicBezTo>
                  <a:cubicBezTo>
                    <a:pt x="25" y="51"/>
                    <a:pt x="14" y="76"/>
                    <a:pt x="8" y="101"/>
                  </a:cubicBezTo>
                  <a:cubicBezTo>
                    <a:pt x="2" y="127"/>
                    <a:pt x="0" y="158"/>
                    <a:pt x="12" y="183"/>
                  </a:cubicBezTo>
                  <a:cubicBezTo>
                    <a:pt x="12" y="184"/>
                    <a:pt x="13" y="185"/>
                    <a:pt x="14" y="186"/>
                  </a:cubicBezTo>
                  <a:cubicBezTo>
                    <a:pt x="17" y="187"/>
                    <a:pt x="20" y="185"/>
                    <a:pt x="22" y="183"/>
                  </a:cubicBezTo>
                  <a:cubicBezTo>
                    <a:pt x="36" y="170"/>
                    <a:pt x="45" y="155"/>
                    <a:pt x="51" y="137"/>
                  </a:cubicBezTo>
                  <a:cubicBezTo>
                    <a:pt x="55" y="127"/>
                    <a:pt x="57" y="115"/>
                    <a:pt x="58" y="104"/>
                  </a:cubicBezTo>
                  <a:cubicBezTo>
                    <a:pt x="58" y="101"/>
                    <a:pt x="62" y="70"/>
                    <a:pt x="60" y="69"/>
                  </a:cubicBezTo>
                  <a:cubicBezTo>
                    <a:pt x="92" y="80"/>
                    <a:pt x="126" y="83"/>
                    <a:pt x="159" y="80"/>
                  </a:cubicBezTo>
                  <a:cubicBezTo>
                    <a:pt x="174" y="79"/>
                    <a:pt x="188" y="76"/>
                    <a:pt x="201" y="70"/>
                  </a:cubicBezTo>
                  <a:cubicBezTo>
                    <a:pt x="214" y="63"/>
                    <a:pt x="226" y="53"/>
                    <a:pt x="231" y="40"/>
                  </a:cubicBezTo>
                  <a:cubicBezTo>
                    <a:pt x="209" y="15"/>
                    <a:pt x="176" y="2"/>
                    <a:pt x="143" y="1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6" name="">
              <a:extLst>
                <a:ext uri="{FF2B5EF4-FFF2-40B4-BE49-F238E27FC236}">
                  <a16:creationId xmlns:a16="http://schemas.microsoft.com/office/drawing/2014/main" id="{7CEA16C2-EC8B-4E34-9A97-234022780A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7275" y="2900824"/>
              <a:ext cx="996878" cy="353993"/>
            </a:xfrm>
            <a:custGeom>
              <a:avLst/>
              <a:gdLst>
                <a:gd name="T0" fmla="*/ 207 w 236"/>
                <a:gd name="T1" fmla="*/ 0 h 84"/>
                <a:gd name="T2" fmla="*/ 164 w 236"/>
                <a:gd name="T3" fmla="*/ 0 h 84"/>
                <a:gd name="T4" fmla="*/ 135 w 236"/>
                <a:gd name="T5" fmla="*/ 27 h 84"/>
                <a:gd name="T6" fmla="*/ 100 w 236"/>
                <a:gd name="T7" fmla="*/ 27 h 84"/>
                <a:gd name="T8" fmla="*/ 71 w 236"/>
                <a:gd name="T9" fmla="*/ 0 h 84"/>
                <a:gd name="T10" fmla="*/ 29 w 236"/>
                <a:gd name="T11" fmla="*/ 0 h 84"/>
                <a:gd name="T12" fmla="*/ 0 w 236"/>
                <a:gd name="T13" fmla="*/ 30 h 84"/>
                <a:gd name="T14" fmla="*/ 0 w 236"/>
                <a:gd name="T15" fmla="*/ 54 h 84"/>
                <a:gd name="T16" fmla="*/ 29 w 236"/>
                <a:gd name="T17" fmla="*/ 84 h 84"/>
                <a:gd name="T18" fmla="*/ 71 w 236"/>
                <a:gd name="T19" fmla="*/ 84 h 84"/>
                <a:gd name="T20" fmla="*/ 101 w 236"/>
                <a:gd name="T21" fmla="*/ 54 h 84"/>
                <a:gd name="T22" fmla="*/ 101 w 236"/>
                <a:gd name="T23" fmla="*/ 36 h 84"/>
                <a:gd name="T24" fmla="*/ 135 w 236"/>
                <a:gd name="T25" fmla="*/ 36 h 84"/>
                <a:gd name="T26" fmla="*/ 135 w 236"/>
                <a:gd name="T27" fmla="*/ 54 h 84"/>
                <a:gd name="T28" fmla="*/ 164 w 236"/>
                <a:gd name="T29" fmla="*/ 84 h 84"/>
                <a:gd name="T30" fmla="*/ 207 w 236"/>
                <a:gd name="T31" fmla="*/ 84 h 84"/>
                <a:gd name="T32" fmla="*/ 236 w 236"/>
                <a:gd name="T33" fmla="*/ 54 h 84"/>
                <a:gd name="T34" fmla="*/ 236 w 236"/>
                <a:gd name="T35" fmla="*/ 30 h 84"/>
                <a:gd name="T36" fmla="*/ 207 w 236"/>
                <a:gd name="T37" fmla="*/ 0 h 84"/>
                <a:gd name="T38" fmla="*/ 91 w 236"/>
                <a:gd name="T39" fmla="*/ 54 h 84"/>
                <a:gd name="T40" fmla="*/ 71 w 236"/>
                <a:gd name="T41" fmla="*/ 74 h 84"/>
                <a:gd name="T42" fmla="*/ 29 w 236"/>
                <a:gd name="T43" fmla="*/ 74 h 84"/>
                <a:gd name="T44" fmla="*/ 9 w 236"/>
                <a:gd name="T45" fmla="*/ 54 h 84"/>
                <a:gd name="T46" fmla="*/ 9 w 236"/>
                <a:gd name="T47" fmla="*/ 30 h 84"/>
                <a:gd name="T48" fmla="*/ 29 w 236"/>
                <a:gd name="T49" fmla="*/ 10 h 84"/>
                <a:gd name="T50" fmla="*/ 71 w 236"/>
                <a:gd name="T51" fmla="*/ 10 h 84"/>
                <a:gd name="T52" fmla="*/ 91 w 236"/>
                <a:gd name="T53" fmla="*/ 30 h 84"/>
                <a:gd name="T54" fmla="*/ 91 w 236"/>
                <a:gd name="T55" fmla="*/ 54 h 84"/>
                <a:gd name="T56" fmla="*/ 227 w 236"/>
                <a:gd name="T57" fmla="*/ 54 h 84"/>
                <a:gd name="T58" fmla="*/ 207 w 236"/>
                <a:gd name="T59" fmla="*/ 74 h 84"/>
                <a:gd name="T60" fmla="*/ 164 w 236"/>
                <a:gd name="T61" fmla="*/ 74 h 84"/>
                <a:gd name="T62" fmla="*/ 145 w 236"/>
                <a:gd name="T63" fmla="*/ 54 h 84"/>
                <a:gd name="T64" fmla="*/ 145 w 236"/>
                <a:gd name="T65" fmla="*/ 30 h 84"/>
                <a:gd name="T66" fmla="*/ 164 w 236"/>
                <a:gd name="T67" fmla="*/ 10 h 84"/>
                <a:gd name="T68" fmla="*/ 207 w 236"/>
                <a:gd name="T69" fmla="*/ 10 h 84"/>
                <a:gd name="T70" fmla="*/ 227 w 236"/>
                <a:gd name="T71" fmla="*/ 30 h 84"/>
                <a:gd name="T72" fmla="*/ 227 w 236"/>
                <a:gd name="T73" fmla="*/ 5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6" h="84">
                  <a:moveTo>
                    <a:pt x="207" y="0"/>
                  </a:moveTo>
                  <a:cubicBezTo>
                    <a:pt x="164" y="0"/>
                    <a:pt x="164" y="0"/>
                    <a:pt x="164" y="0"/>
                  </a:cubicBezTo>
                  <a:cubicBezTo>
                    <a:pt x="149" y="0"/>
                    <a:pt x="137" y="12"/>
                    <a:pt x="135" y="27"/>
                  </a:cubicBezTo>
                  <a:cubicBezTo>
                    <a:pt x="119" y="18"/>
                    <a:pt x="107" y="22"/>
                    <a:pt x="100" y="27"/>
                  </a:cubicBezTo>
                  <a:cubicBezTo>
                    <a:pt x="99" y="12"/>
                    <a:pt x="87" y="0"/>
                    <a:pt x="71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70"/>
                    <a:pt x="13" y="84"/>
                    <a:pt x="29" y="84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87" y="84"/>
                    <a:pt x="101" y="70"/>
                    <a:pt x="101" y="54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5" y="32"/>
                    <a:pt x="116" y="23"/>
                    <a:pt x="135" y="36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70"/>
                    <a:pt x="148" y="84"/>
                    <a:pt x="164" y="84"/>
                  </a:cubicBezTo>
                  <a:cubicBezTo>
                    <a:pt x="207" y="84"/>
                    <a:pt x="207" y="84"/>
                    <a:pt x="207" y="84"/>
                  </a:cubicBezTo>
                  <a:cubicBezTo>
                    <a:pt x="223" y="84"/>
                    <a:pt x="236" y="70"/>
                    <a:pt x="236" y="54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6" y="13"/>
                    <a:pt x="223" y="0"/>
                    <a:pt x="207" y="0"/>
                  </a:cubicBezTo>
                  <a:close/>
                  <a:moveTo>
                    <a:pt x="91" y="54"/>
                  </a:moveTo>
                  <a:cubicBezTo>
                    <a:pt x="91" y="65"/>
                    <a:pt x="82" y="74"/>
                    <a:pt x="71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18" y="74"/>
                    <a:pt x="9" y="65"/>
                    <a:pt x="9" y="5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19"/>
                    <a:pt x="18" y="10"/>
                    <a:pt x="29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82" y="10"/>
                    <a:pt x="91" y="19"/>
                    <a:pt x="91" y="30"/>
                  </a:cubicBezTo>
                  <a:lnTo>
                    <a:pt x="91" y="54"/>
                  </a:lnTo>
                  <a:close/>
                  <a:moveTo>
                    <a:pt x="227" y="54"/>
                  </a:moveTo>
                  <a:cubicBezTo>
                    <a:pt x="227" y="65"/>
                    <a:pt x="218" y="74"/>
                    <a:pt x="207" y="74"/>
                  </a:cubicBezTo>
                  <a:cubicBezTo>
                    <a:pt x="164" y="74"/>
                    <a:pt x="164" y="74"/>
                    <a:pt x="164" y="74"/>
                  </a:cubicBezTo>
                  <a:cubicBezTo>
                    <a:pt x="153" y="74"/>
                    <a:pt x="145" y="65"/>
                    <a:pt x="145" y="54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9"/>
                    <a:pt x="153" y="10"/>
                    <a:pt x="164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18" y="10"/>
                    <a:pt x="227" y="19"/>
                    <a:pt x="227" y="30"/>
                  </a:cubicBezTo>
                  <a:lnTo>
                    <a:pt x="227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59" name="">
              <a:extLst>
                <a:ext uri="{FF2B5EF4-FFF2-40B4-BE49-F238E27FC236}">
                  <a16:creationId xmlns:a16="http://schemas.microsoft.com/office/drawing/2014/main" id="{15E27209-825A-4123-A2DE-2AD251155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331037"/>
              <a:ext cx="85446" cy="730365"/>
            </a:xfrm>
            <a:prstGeom prst="rect">
              <a:avLst/>
            </a:prstGeom>
            <a:solidFill>
              <a:srgbClr val="9B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0" name="">
              <a:extLst>
                <a:ext uri="{FF2B5EF4-FFF2-40B4-BE49-F238E27FC236}">
                  <a16:creationId xmlns:a16="http://schemas.microsoft.com/office/drawing/2014/main" id="{EBFE5A46-F8E2-44ED-8C5A-2199A2F58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410380"/>
              <a:ext cx="85446" cy="7100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1" name="">
              <a:extLst>
                <a:ext uri="{FF2B5EF4-FFF2-40B4-BE49-F238E27FC236}">
                  <a16:creationId xmlns:a16="http://schemas.microsoft.com/office/drawing/2014/main" id="{317FE262-447F-40AB-B988-6891976A4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607" y="4542618"/>
              <a:ext cx="172929" cy="400785"/>
            </a:xfrm>
            <a:custGeom>
              <a:avLst/>
              <a:gdLst>
                <a:gd name="T0" fmla="*/ 10 w 85"/>
                <a:gd name="T1" fmla="*/ 0 h 197"/>
                <a:gd name="T2" fmla="*/ 0 w 85"/>
                <a:gd name="T3" fmla="*/ 193 h 197"/>
                <a:gd name="T4" fmla="*/ 72 w 85"/>
                <a:gd name="T5" fmla="*/ 197 h 197"/>
                <a:gd name="T6" fmla="*/ 85 w 85"/>
                <a:gd name="T7" fmla="*/ 4 h 197"/>
                <a:gd name="T8" fmla="*/ 10 w 85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97">
                  <a:moveTo>
                    <a:pt x="10" y="0"/>
                  </a:moveTo>
                  <a:lnTo>
                    <a:pt x="0" y="193"/>
                  </a:lnTo>
                  <a:lnTo>
                    <a:pt x="72" y="197"/>
                  </a:lnTo>
                  <a:lnTo>
                    <a:pt x="85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0C4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2" name="">
              <a:extLst>
                <a:ext uri="{FF2B5EF4-FFF2-40B4-BE49-F238E27FC236}">
                  <a16:creationId xmlns:a16="http://schemas.microsoft.com/office/drawing/2014/main" id="{BEE677CA-5B71-4DA3-8D4E-A832632C9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883" y="4503964"/>
              <a:ext cx="160722" cy="93584"/>
            </a:xfrm>
            <a:custGeom>
              <a:avLst/>
              <a:gdLst>
                <a:gd name="T0" fmla="*/ 37 w 38"/>
                <a:gd name="T1" fmla="*/ 22 h 22"/>
                <a:gd name="T2" fmla="*/ 0 w 38"/>
                <a:gd name="T3" fmla="*/ 20 h 22"/>
                <a:gd name="T4" fmla="*/ 1 w 38"/>
                <a:gd name="T5" fmla="*/ 6 h 22"/>
                <a:gd name="T6" fmla="*/ 6 w 38"/>
                <a:gd name="T7" fmla="*/ 1 h 22"/>
                <a:gd name="T8" fmla="*/ 33 w 38"/>
                <a:gd name="T9" fmla="*/ 2 h 22"/>
                <a:gd name="T10" fmla="*/ 38 w 38"/>
                <a:gd name="T11" fmla="*/ 8 h 22"/>
                <a:gd name="T12" fmla="*/ 37 w 38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2">
                  <a:moveTo>
                    <a:pt x="37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1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6" y="2"/>
                    <a:pt x="38" y="5"/>
                    <a:pt x="38" y="8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3" name="">
              <a:extLst>
                <a:ext uri="{FF2B5EF4-FFF2-40B4-BE49-F238E27FC236}">
                  <a16:creationId xmlns:a16="http://schemas.microsoft.com/office/drawing/2014/main" id="{51C5CCF8-512C-418C-BCC0-E6E1C4936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089" y="4554824"/>
              <a:ext cx="58999" cy="156652"/>
            </a:xfrm>
            <a:custGeom>
              <a:avLst/>
              <a:gdLst>
                <a:gd name="T0" fmla="*/ 7 w 14"/>
                <a:gd name="T1" fmla="*/ 37 h 37"/>
                <a:gd name="T2" fmla="*/ 5 w 14"/>
                <a:gd name="T3" fmla="*/ 37 h 37"/>
                <a:gd name="T4" fmla="*/ 0 w 14"/>
                <a:gd name="T5" fmla="*/ 31 h 37"/>
                <a:gd name="T6" fmla="*/ 2 w 14"/>
                <a:gd name="T7" fmla="*/ 5 h 37"/>
                <a:gd name="T8" fmla="*/ 7 w 14"/>
                <a:gd name="T9" fmla="*/ 0 h 37"/>
                <a:gd name="T10" fmla="*/ 9 w 14"/>
                <a:gd name="T11" fmla="*/ 1 h 37"/>
                <a:gd name="T12" fmla="*/ 13 w 14"/>
                <a:gd name="T13" fmla="*/ 6 h 37"/>
                <a:gd name="T14" fmla="*/ 12 w 14"/>
                <a:gd name="T15" fmla="*/ 32 h 37"/>
                <a:gd name="T16" fmla="*/ 7 w 14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7">
                  <a:moveTo>
                    <a:pt x="7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2" y="36"/>
                    <a:pt x="0" y="34"/>
                    <a:pt x="0" y="3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2"/>
                    <a:pt x="4" y="0"/>
                    <a:pt x="7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1" y="1"/>
                    <a:pt x="14" y="3"/>
                    <a:pt x="13" y="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5"/>
                    <a:pt x="9" y="37"/>
                    <a:pt x="7" y="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4" name="">
              <a:extLst>
                <a:ext uri="{FF2B5EF4-FFF2-40B4-BE49-F238E27FC236}">
                  <a16:creationId xmlns:a16="http://schemas.microsoft.com/office/drawing/2014/main" id="{46DAB806-96A8-45C2-BF13-763BEFBE2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5" name="">
              <a:extLst>
                <a:ext uri="{FF2B5EF4-FFF2-40B4-BE49-F238E27FC236}">
                  <a16:creationId xmlns:a16="http://schemas.microsoft.com/office/drawing/2014/main" id="{08972E4B-C62D-4305-8980-D1785A082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6" name="">
              <a:extLst>
                <a:ext uri="{FF2B5EF4-FFF2-40B4-BE49-F238E27FC236}">
                  <a16:creationId xmlns:a16="http://schemas.microsoft.com/office/drawing/2014/main" id="{ABAC2863-F5CF-4A5C-873B-3D7CCBC41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233" y="4571100"/>
              <a:ext cx="122066" cy="77308"/>
            </a:xfrm>
            <a:custGeom>
              <a:avLst/>
              <a:gdLst>
                <a:gd name="T0" fmla="*/ 29 w 29"/>
                <a:gd name="T1" fmla="*/ 15 h 18"/>
                <a:gd name="T2" fmla="*/ 1 w 29"/>
                <a:gd name="T3" fmla="*/ 18 h 18"/>
                <a:gd name="T4" fmla="*/ 0 w 29"/>
                <a:gd name="T5" fmla="*/ 8 h 18"/>
                <a:gd name="T6" fmla="*/ 5 w 29"/>
                <a:gd name="T7" fmla="*/ 2 h 18"/>
                <a:gd name="T8" fmla="*/ 22 w 29"/>
                <a:gd name="T9" fmla="*/ 1 h 18"/>
                <a:gd name="T10" fmla="*/ 28 w 29"/>
                <a:gd name="T11" fmla="*/ 5 h 18"/>
                <a:gd name="T12" fmla="*/ 29 w 29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9" y="15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5"/>
                    <a:pt x="2" y="3"/>
                    <a:pt x="5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5" y="0"/>
                    <a:pt x="28" y="2"/>
                    <a:pt x="28" y="5"/>
                  </a:cubicBezTo>
                  <a:lnTo>
                    <a:pt x="29" y="1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7" name="">
              <a:extLst>
                <a:ext uri="{FF2B5EF4-FFF2-40B4-BE49-F238E27FC236}">
                  <a16:creationId xmlns:a16="http://schemas.microsoft.com/office/drawing/2014/main" id="{88CE9CAD-B2B5-4831-91E4-F30ACBDD4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301" y="4609755"/>
              <a:ext cx="46793" cy="117997"/>
            </a:xfrm>
            <a:custGeom>
              <a:avLst/>
              <a:gdLst>
                <a:gd name="T0" fmla="*/ 7 w 11"/>
                <a:gd name="T1" fmla="*/ 27 h 28"/>
                <a:gd name="T2" fmla="*/ 7 w 11"/>
                <a:gd name="T3" fmla="*/ 27 h 28"/>
                <a:gd name="T4" fmla="*/ 2 w 11"/>
                <a:gd name="T5" fmla="*/ 23 h 28"/>
                <a:gd name="T6" fmla="*/ 0 w 11"/>
                <a:gd name="T7" fmla="*/ 5 h 28"/>
                <a:gd name="T8" fmla="*/ 4 w 11"/>
                <a:gd name="T9" fmla="*/ 0 h 28"/>
                <a:gd name="T10" fmla="*/ 9 w 11"/>
                <a:gd name="T11" fmla="*/ 4 h 28"/>
                <a:gd name="T12" fmla="*/ 10 w 11"/>
                <a:gd name="T13" fmla="*/ 23 h 28"/>
                <a:gd name="T14" fmla="*/ 7 w 11"/>
                <a:gd name="T1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28">
                  <a:moveTo>
                    <a:pt x="7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4" y="28"/>
                    <a:pt x="2" y="26"/>
                    <a:pt x="2" y="2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0"/>
                    <a:pt x="4" y="0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5"/>
                    <a:pt x="9" y="27"/>
                    <a:pt x="7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8" name="">
              <a:extLst>
                <a:ext uri="{FF2B5EF4-FFF2-40B4-BE49-F238E27FC236}">
                  <a16:creationId xmlns:a16="http://schemas.microsoft.com/office/drawing/2014/main" id="{EF199F5C-B93C-4C0D-96E9-11CA7D986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9" name="">
              <a:extLst>
                <a:ext uri="{FF2B5EF4-FFF2-40B4-BE49-F238E27FC236}">
                  <a16:creationId xmlns:a16="http://schemas.microsoft.com/office/drawing/2014/main" id="{554873C2-A2A7-4FED-9374-B556151F9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0" name="">
              <a:extLst>
                <a:ext uri="{FF2B5EF4-FFF2-40B4-BE49-F238E27FC236}">
                  <a16:creationId xmlns:a16="http://schemas.microsoft.com/office/drawing/2014/main" id="{FB995B61-71E5-410C-8945-AD569731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649" y="4774545"/>
              <a:ext cx="583886" cy="83412"/>
            </a:xfrm>
            <a:custGeom>
              <a:avLst/>
              <a:gdLst>
                <a:gd name="T0" fmla="*/ 128 w 138"/>
                <a:gd name="T1" fmla="*/ 20 h 20"/>
                <a:gd name="T2" fmla="*/ 9 w 138"/>
                <a:gd name="T3" fmla="*/ 20 h 20"/>
                <a:gd name="T4" fmla="*/ 0 w 138"/>
                <a:gd name="T5" fmla="*/ 10 h 20"/>
                <a:gd name="T6" fmla="*/ 9 w 138"/>
                <a:gd name="T7" fmla="*/ 0 h 20"/>
                <a:gd name="T8" fmla="*/ 128 w 138"/>
                <a:gd name="T9" fmla="*/ 0 h 20"/>
                <a:gd name="T10" fmla="*/ 138 w 138"/>
                <a:gd name="T11" fmla="*/ 10 h 20"/>
                <a:gd name="T12" fmla="*/ 128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28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4" y="0"/>
                    <a:pt x="138" y="5"/>
                    <a:pt x="138" y="10"/>
                  </a:cubicBezTo>
                  <a:cubicBezTo>
                    <a:pt x="138" y="15"/>
                    <a:pt x="134" y="20"/>
                    <a:pt x="128" y="2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1" name="">
              <a:extLst>
                <a:ext uri="{FF2B5EF4-FFF2-40B4-BE49-F238E27FC236}">
                  <a16:creationId xmlns:a16="http://schemas.microsoft.com/office/drawing/2014/main" id="{67B44131-7A9C-4358-8104-CBD3A24AF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440" y="4857957"/>
              <a:ext cx="469957" cy="537093"/>
            </a:xfrm>
            <a:custGeom>
              <a:avLst/>
              <a:gdLst>
                <a:gd name="T0" fmla="*/ 20 w 111"/>
                <a:gd name="T1" fmla="*/ 0 h 127"/>
                <a:gd name="T2" fmla="*/ 0 w 111"/>
                <a:gd name="T3" fmla="*/ 0 h 127"/>
                <a:gd name="T4" fmla="*/ 9 w 111"/>
                <a:gd name="T5" fmla="*/ 127 h 127"/>
                <a:gd name="T6" fmla="*/ 110 w 111"/>
                <a:gd name="T7" fmla="*/ 127 h 127"/>
                <a:gd name="T8" fmla="*/ 111 w 111"/>
                <a:gd name="T9" fmla="*/ 124 h 127"/>
                <a:gd name="T10" fmla="*/ 61 w 111"/>
                <a:gd name="T11" fmla="*/ 89 h 127"/>
                <a:gd name="T12" fmla="*/ 20 w 111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27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110" y="127"/>
                    <a:pt x="110" y="127"/>
                    <a:pt x="110" y="12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94" y="113"/>
                    <a:pt x="75" y="103"/>
                    <a:pt x="61" y="89"/>
                  </a:cubicBezTo>
                  <a:cubicBezTo>
                    <a:pt x="36" y="66"/>
                    <a:pt x="24" y="33"/>
                    <a:pt x="2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2" name="">
              <a:extLst>
                <a:ext uri="{FF2B5EF4-FFF2-40B4-BE49-F238E27FC236}">
                  <a16:creationId xmlns:a16="http://schemas.microsoft.com/office/drawing/2014/main" id="{981E3F04-9164-491B-A211-E55EE8F17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89515" cy="67137"/>
            </a:xfrm>
            <a:custGeom>
              <a:avLst/>
              <a:gdLst>
                <a:gd name="T0" fmla="*/ 20 w 21"/>
                <a:gd name="T1" fmla="*/ 0 h 16"/>
                <a:gd name="T2" fmla="*/ 0 w 21"/>
                <a:gd name="T3" fmla="*/ 0 h 16"/>
                <a:gd name="T4" fmla="*/ 0 w 21"/>
                <a:gd name="T5" fmla="*/ 0 h 16"/>
                <a:gd name="T6" fmla="*/ 1 w 21"/>
                <a:gd name="T7" fmla="*/ 16 h 16"/>
                <a:gd name="T8" fmla="*/ 21 w 21"/>
                <a:gd name="T9" fmla="*/ 16 h 16"/>
                <a:gd name="T10" fmla="*/ 21 w 21"/>
                <a:gd name="T11" fmla="*/ 15 h 16"/>
                <a:gd name="T12" fmla="*/ 20 w 2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5"/>
                    <a:pt x="21" y="15"/>
                  </a:cubicBezTo>
                  <a:cubicBezTo>
                    <a:pt x="20" y="10"/>
                    <a:pt x="20" y="5"/>
                    <a:pt x="20" y="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74" name="">
            <a:extLst>
              <a:ext uri="{FF2B5EF4-FFF2-40B4-BE49-F238E27FC236}">
                <a16:creationId xmlns:a16="http://schemas.microsoft.com/office/drawing/2014/main" id="{AB8D39B5-09B3-495F-8EF4-356C9D60F087}"/>
              </a:ext>
            </a:extLst>
          </p:cNvPr>
          <p:cNvSpPr>
            <a:spLocks/>
          </p:cNvSpPr>
          <p:nvPr userDrawn="1"/>
        </p:nvSpPr>
        <p:spPr bwMode="auto">
          <a:xfrm>
            <a:off x="994309" y="5366559"/>
            <a:ext cx="10262938" cy="1338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>
            <a:extLst>
              <a:ext uri="{FF2B5EF4-FFF2-40B4-BE49-F238E27FC236}">
                <a16:creationId xmlns:a16="http://schemas.microsoft.com/office/drawing/2014/main" id="{8DD2D4E8-D5CB-439D-8F93-C98F2637AECF}"/>
              </a:ext>
            </a:extLst>
          </p:cNvPr>
          <p:cNvGrpSpPr/>
          <p:nvPr userDrawn="1"/>
        </p:nvGrpSpPr>
        <p:grpSpPr>
          <a:xfrm>
            <a:off x="0" y="0"/>
            <a:ext cx="12191994" cy="6857998"/>
            <a:chOff x="0" y="0"/>
            <a:chExt cx="12191994" cy="6857998"/>
          </a:xfrm>
        </p:grpSpPr>
        <p:grpSp>
          <p:nvGrpSpPr>
            <p:cNvPr id="7" name="">
              <a:extLst>
                <a:ext uri="{FF2B5EF4-FFF2-40B4-BE49-F238E27FC236}">
                  <a16:creationId xmlns:a16="http://schemas.microsoft.com/office/drawing/2014/main" id="{42D79BB1-4026-4D15-9F8C-838CBB539912}"/>
                </a:ext>
              </a:extLst>
            </p:cNvPr>
            <p:cNvGrpSpPr/>
            <p:nvPr userDrawn="1"/>
          </p:nvGrpSpPr>
          <p:grpSpPr>
            <a:xfrm>
              <a:off x="0" y="444500"/>
              <a:ext cx="12191994" cy="5969000"/>
              <a:chOff x="0" y="571500"/>
              <a:chExt cx="12192000" cy="5969000"/>
            </a:xfrm>
          </p:grpSpPr>
          <p:cxnSp>
            <p:nvCxnSpPr>
              <p:cNvPr id="33" name="">
                <a:extLst>
                  <a:ext uri="{FF2B5EF4-FFF2-40B4-BE49-F238E27FC236}">
                    <a16:creationId xmlns:a16="http://schemas.microsoft.com/office/drawing/2014/main" id="{DDF4514A-EBC2-4927-8307-73765056337A}"/>
                  </a:ext>
                </a:extLst>
              </p:cNvPr>
              <p:cNvCxnSpPr/>
              <p:nvPr userDrawn="1"/>
            </p:nvCxnSpPr>
            <p:spPr>
              <a:xfrm>
                <a:off x="0" y="571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">
                <a:extLst>
                  <a:ext uri="{FF2B5EF4-FFF2-40B4-BE49-F238E27FC236}">
                    <a16:creationId xmlns:a16="http://schemas.microsoft.com/office/drawing/2014/main" id="{573BAD3C-DB36-4BFA-B814-0C14A958C125}"/>
                  </a:ext>
                </a:extLst>
              </p:cNvPr>
              <p:cNvCxnSpPr/>
              <p:nvPr userDrawn="1"/>
            </p:nvCxnSpPr>
            <p:spPr>
              <a:xfrm>
                <a:off x="0" y="11684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">
                <a:extLst>
                  <a:ext uri="{FF2B5EF4-FFF2-40B4-BE49-F238E27FC236}">
                    <a16:creationId xmlns:a16="http://schemas.microsoft.com/office/drawing/2014/main" id="{D61B4083-C259-4F92-8BA7-B15D0B584DF9}"/>
                  </a:ext>
                </a:extLst>
              </p:cNvPr>
              <p:cNvCxnSpPr/>
              <p:nvPr userDrawn="1"/>
            </p:nvCxnSpPr>
            <p:spPr>
              <a:xfrm>
                <a:off x="0" y="17653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">
                <a:extLst>
                  <a:ext uri="{FF2B5EF4-FFF2-40B4-BE49-F238E27FC236}">
                    <a16:creationId xmlns:a16="http://schemas.microsoft.com/office/drawing/2014/main" id="{F147BF09-96D1-4290-98F1-0B286CB3E38A}"/>
                  </a:ext>
                </a:extLst>
              </p:cNvPr>
              <p:cNvCxnSpPr/>
              <p:nvPr userDrawn="1"/>
            </p:nvCxnSpPr>
            <p:spPr>
              <a:xfrm>
                <a:off x="0" y="23622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">
                <a:extLst>
                  <a:ext uri="{FF2B5EF4-FFF2-40B4-BE49-F238E27FC236}">
                    <a16:creationId xmlns:a16="http://schemas.microsoft.com/office/drawing/2014/main" id="{B68AACE1-1CD9-45DB-B0C0-0A152FBE5DEE}"/>
                  </a:ext>
                </a:extLst>
              </p:cNvPr>
              <p:cNvCxnSpPr/>
              <p:nvPr userDrawn="1"/>
            </p:nvCxnSpPr>
            <p:spPr>
              <a:xfrm>
                <a:off x="0" y="29591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">
                <a:extLst>
                  <a:ext uri="{FF2B5EF4-FFF2-40B4-BE49-F238E27FC236}">
                    <a16:creationId xmlns:a16="http://schemas.microsoft.com/office/drawing/2014/main" id="{357BAA3E-40F3-4960-BF6B-C54913127080}"/>
                  </a:ext>
                </a:extLst>
              </p:cNvPr>
              <p:cNvCxnSpPr/>
              <p:nvPr userDrawn="1"/>
            </p:nvCxnSpPr>
            <p:spPr>
              <a:xfrm>
                <a:off x="0" y="35560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">
                <a:extLst>
                  <a:ext uri="{FF2B5EF4-FFF2-40B4-BE49-F238E27FC236}">
                    <a16:creationId xmlns:a16="http://schemas.microsoft.com/office/drawing/2014/main" id="{DD8ACEAB-A6B5-4F05-B479-6AE0C62F1BFD}"/>
                  </a:ext>
                </a:extLst>
              </p:cNvPr>
              <p:cNvCxnSpPr/>
              <p:nvPr userDrawn="1"/>
            </p:nvCxnSpPr>
            <p:spPr>
              <a:xfrm>
                <a:off x="0" y="41529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">
                <a:extLst>
                  <a:ext uri="{FF2B5EF4-FFF2-40B4-BE49-F238E27FC236}">
                    <a16:creationId xmlns:a16="http://schemas.microsoft.com/office/drawing/2014/main" id="{C091F218-62DF-400F-9E84-742B81389F8A}"/>
                  </a:ext>
                </a:extLst>
              </p:cNvPr>
              <p:cNvCxnSpPr/>
              <p:nvPr userDrawn="1"/>
            </p:nvCxnSpPr>
            <p:spPr>
              <a:xfrm>
                <a:off x="0" y="47498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">
                <a:extLst>
                  <a:ext uri="{FF2B5EF4-FFF2-40B4-BE49-F238E27FC236}">
                    <a16:creationId xmlns:a16="http://schemas.microsoft.com/office/drawing/2014/main" id="{BB48EED8-8447-4D2D-B230-25184A9CFF5A}"/>
                  </a:ext>
                </a:extLst>
              </p:cNvPr>
              <p:cNvCxnSpPr/>
              <p:nvPr userDrawn="1"/>
            </p:nvCxnSpPr>
            <p:spPr>
              <a:xfrm>
                <a:off x="0" y="53467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">
                <a:extLst>
                  <a:ext uri="{FF2B5EF4-FFF2-40B4-BE49-F238E27FC236}">
                    <a16:creationId xmlns:a16="http://schemas.microsoft.com/office/drawing/2014/main" id="{E0E71A77-27B4-443B-86DB-192675697074}"/>
                  </a:ext>
                </a:extLst>
              </p:cNvPr>
              <p:cNvCxnSpPr/>
              <p:nvPr userDrawn="1"/>
            </p:nvCxnSpPr>
            <p:spPr>
              <a:xfrm>
                <a:off x="0" y="59436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">
                <a:extLst>
                  <a:ext uri="{FF2B5EF4-FFF2-40B4-BE49-F238E27FC236}">
                    <a16:creationId xmlns:a16="http://schemas.microsoft.com/office/drawing/2014/main" id="{12749088-F056-4164-B2EB-21EE64411F26}"/>
                  </a:ext>
                </a:extLst>
              </p:cNvPr>
              <p:cNvCxnSpPr/>
              <p:nvPr userDrawn="1"/>
            </p:nvCxnSpPr>
            <p:spPr>
              <a:xfrm>
                <a:off x="0" y="6540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">
              <a:extLst>
                <a:ext uri="{FF2B5EF4-FFF2-40B4-BE49-F238E27FC236}">
                  <a16:creationId xmlns:a16="http://schemas.microsoft.com/office/drawing/2014/main" id="{7DCB820D-6B7C-4DD2-A392-395EEBBD2686}"/>
                </a:ext>
              </a:extLst>
            </p:cNvPr>
            <p:cNvGrpSpPr/>
            <p:nvPr userDrawn="1"/>
          </p:nvGrpSpPr>
          <p:grpSpPr>
            <a:xfrm>
              <a:off x="419100" y="0"/>
              <a:ext cx="11353800" cy="6857998"/>
              <a:chOff x="558800" y="-2197100"/>
              <a:chExt cx="11353800" cy="12192000"/>
            </a:xfrm>
          </p:grpSpPr>
          <p:grpSp>
            <p:nvGrpSpPr>
              <p:cNvPr id="9" name="">
                <a:extLst>
                  <a:ext uri="{FF2B5EF4-FFF2-40B4-BE49-F238E27FC236}">
                    <a16:creationId xmlns:a16="http://schemas.microsoft.com/office/drawing/2014/main" id="{FAF22E54-6EC3-4FCD-AE9B-31B02A40152F}"/>
                  </a:ext>
                </a:extLst>
              </p:cNvPr>
              <p:cNvGrpSpPr/>
              <p:nvPr userDrawn="1"/>
            </p:nvGrpSpPr>
            <p:grpSpPr>
              <a:xfrm rot="16200000">
                <a:off x="-2552700" y="914400"/>
                <a:ext cx="12192000" cy="5969000"/>
                <a:chOff x="0" y="571500"/>
                <a:chExt cx="12192000" cy="5969000"/>
              </a:xfrm>
            </p:grpSpPr>
            <p:cxnSp>
              <p:nvCxnSpPr>
                <p:cNvPr id="22" name="">
                  <a:extLst>
                    <a:ext uri="{FF2B5EF4-FFF2-40B4-BE49-F238E27FC236}">
                      <a16:creationId xmlns:a16="http://schemas.microsoft.com/office/drawing/2014/main" id="{56F7E09A-3D90-4E31-97E2-174502CCA7B3}"/>
                    </a:ext>
                  </a:extLst>
                </p:cNvPr>
                <p:cNvCxnSpPr/>
                <p:nvPr userDrawn="1"/>
              </p:nvCxnSpPr>
              <p:spPr>
                <a:xfrm>
                  <a:off x="0" y="571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">
                  <a:extLst>
                    <a:ext uri="{FF2B5EF4-FFF2-40B4-BE49-F238E27FC236}">
                      <a16:creationId xmlns:a16="http://schemas.microsoft.com/office/drawing/2014/main" id="{79E0ACD8-C142-429F-9BE7-E1D497E4F395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">
                  <a:extLst>
                    <a:ext uri="{FF2B5EF4-FFF2-40B4-BE49-F238E27FC236}">
                      <a16:creationId xmlns:a16="http://schemas.microsoft.com/office/drawing/2014/main" id="{00B74D2E-854F-4627-8395-2C9E4E2C922E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">
                  <a:extLst>
                    <a:ext uri="{FF2B5EF4-FFF2-40B4-BE49-F238E27FC236}">
                      <a16:creationId xmlns:a16="http://schemas.microsoft.com/office/drawing/2014/main" id="{D6DEA1C3-91AA-488C-B5E6-163D0B31B129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">
                  <a:extLst>
                    <a:ext uri="{FF2B5EF4-FFF2-40B4-BE49-F238E27FC236}">
                      <a16:creationId xmlns:a16="http://schemas.microsoft.com/office/drawing/2014/main" id="{EC3E41B4-B524-418A-89FA-C99D45C0C543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">
                  <a:extLst>
                    <a:ext uri="{FF2B5EF4-FFF2-40B4-BE49-F238E27FC236}">
                      <a16:creationId xmlns:a16="http://schemas.microsoft.com/office/drawing/2014/main" id="{A865A3EF-EF32-42CB-878A-D70D04EBF49F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">
                  <a:extLst>
                    <a:ext uri="{FF2B5EF4-FFF2-40B4-BE49-F238E27FC236}">
                      <a16:creationId xmlns:a16="http://schemas.microsoft.com/office/drawing/2014/main" id="{21B6305D-592E-4A9C-8339-E75E5AE9E480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">
                  <a:extLst>
                    <a:ext uri="{FF2B5EF4-FFF2-40B4-BE49-F238E27FC236}">
                      <a16:creationId xmlns:a16="http://schemas.microsoft.com/office/drawing/2014/main" id="{5B084D7F-612F-49C4-85C1-4DDB07510C60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">
                  <a:extLst>
                    <a:ext uri="{FF2B5EF4-FFF2-40B4-BE49-F238E27FC236}">
                      <a16:creationId xmlns:a16="http://schemas.microsoft.com/office/drawing/2014/main" id="{6DE078EF-4362-44A9-857A-A57FA9E000F6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">
                  <a:extLst>
                    <a:ext uri="{FF2B5EF4-FFF2-40B4-BE49-F238E27FC236}">
                      <a16:creationId xmlns:a16="http://schemas.microsoft.com/office/drawing/2014/main" id="{77B1C358-9163-416C-8075-A60FEC0D7272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">
                  <a:extLst>
                    <a:ext uri="{FF2B5EF4-FFF2-40B4-BE49-F238E27FC236}">
                      <a16:creationId xmlns:a16="http://schemas.microsoft.com/office/drawing/2014/main" id="{417BCE0E-EB8F-4E65-8C22-7DF7CFD63A3B}"/>
                    </a:ext>
                  </a:extLst>
                </p:cNvPr>
                <p:cNvCxnSpPr/>
                <p:nvPr userDrawn="1"/>
              </p:nvCxnSpPr>
              <p:spPr>
                <a:xfrm>
                  <a:off x="0" y="6540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">
                <a:extLst>
                  <a:ext uri="{FF2B5EF4-FFF2-40B4-BE49-F238E27FC236}">
                    <a16:creationId xmlns:a16="http://schemas.microsoft.com/office/drawing/2014/main" id="{3E41B368-6BA4-4162-978F-466569663E6F}"/>
                  </a:ext>
                </a:extLst>
              </p:cNvPr>
              <p:cNvGrpSpPr/>
              <p:nvPr userDrawn="1"/>
            </p:nvGrpSpPr>
            <p:grpSpPr>
              <a:xfrm rot="16200000">
                <a:off x="3429000" y="1511300"/>
                <a:ext cx="12192000" cy="4775200"/>
                <a:chOff x="0" y="1168400"/>
                <a:chExt cx="12192000" cy="4775200"/>
              </a:xfrm>
            </p:grpSpPr>
            <p:cxnSp>
              <p:nvCxnSpPr>
                <p:cNvPr id="11" name="">
                  <a:extLst>
                    <a:ext uri="{FF2B5EF4-FFF2-40B4-BE49-F238E27FC236}">
                      <a16:creationId xmlns:a16="http://schemas.microsoft.com/office/drawing/2014/main" id="{DD44CB08-9C5B-4E60-BE2B-7DCBC7DC63E3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">
                  <a:extLst>
                    <a:ext uri="{FF2B5EF4-FFF2-40B4-BE49-F238E27FC236}">
                      <a16:creationId xmlns:a16="http://schemas.microsoft.com/office/drawing/2014/main" id="{68F009A4-2BCD-4F14-B1C3-BA940551409B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">
                  <a:extLst>
                    <a:ext uri="{FF2B5EF4-FFF2-40B4-BE49-F238E27FC236}">
                      <a16:creationId xmlns:a16="http://schemas.microsoft.com/office/drawing/2014/main" id="{A1595059-FA14-49CD-9AAB-E13149593958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">
                  <a:extLst>
                    <a:ext uri="{FF2B5EF4-FFF2-40B4-BE49-F238E27FC236}">
                      <a16:creationId xmlns:a16="http://schemas.microsoft.com/office/drawing/2014/main" id="{40E9184E-4724-4AE5-BCAE-C8C393A103A8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">
                  <a:extLst>
                    <a:ext uri="{FF2B5EF4-FFF2-40B4-BE49-F238E27FC236}">
                      <a16:creationId xmlns:a16="http://schemas.microsoft.com/office/drawing/2014/main" id="{09587287-C088-487F-A0F1-C4ADE64A7993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">
                  <a:extLst>
                    <a:ext uri="{FF2B5EF4-FFF2-40B4-BE49-F238E27FC236}">
                      <a16:creationId xmlns:a16="http://schemas.microsoft.com/office/drawing/2014/main" id="{ED30D384-8957-4BE2-A7B1-A6B7D32E0293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">
                  <a:extLst>
                    <a:ext uri="{FF2B5EF4-FFF2-40B4-BE49-F238E27FC236}">
                      <a16:creationId xmlns:a16="http://schemas.microsoft.com/office/drawing/2014/main" id="{0B7C25E3-AE72-428B-8246-9A00E4EB60A3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">
                  <a:extLst>
                    <a:ext uri="{FF2B5EF4-FFF2-40B4-BE49-F238E27FC236}">
                      <a16:creationId xmlns:a16="http://schemas.microsoft.com/office/drawing/2014/main" id="{C6AC3828-58AC-434F-8764-48B0820EAAF4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">
                  <a:extLst>
                    <a:ext uri="{FF2B5EF4-FFF2-40B4-BE49-F238E27FC236}">
                      <a16:creationId xmlns:a16="http://schemas.microsoft.com/office/drawing/2014/main" id="{79D80486-B035-45B5-81E3-868049BE155F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1017818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1018934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accent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4" name="">
            <a:extLst>
              <a:ext uri="{FF2B5EF4-FFF2-40B4-BE49-F238E27FC236}">
                <a16:creationId xmlns:a16="http://schemas.microsoft.com/office/drawing/2014/main" id="{35FFC41F-0881-41DB-939C-D034F795465A}"/>
              </a:ext>
            </a:extLst>
          </p:cNvPr>
          <p:cNvGrpSpPr/>
          <p:nvPr userDrawn="1"/>
        </p:nvGrpSpPr>
        <p:grpSpPr>
          <a:xfrm>
            <a:off x="6972071" y="3531779"/>
            <a:ext cx="3688272" cy="1863271"/>
            <a:chOff x="6972071" y="3880809"/>
            <a:chExt cx="2997381" cy="1514241"/>
          </a:xfrm>
        </p:grpSpPr>
        <p:grpSp>
          <p:nvGrpSpPr>
            <p:cNvPr id="62" name="">
              <a:extLst>
                <a:ext uri="{FF2B5EF4-FFF2-40B4-BE49-F238E27FC236}">
                  <a16:creationId xmlns:a16="http://schemas.microsoft.com/office/drawing/2014/main" id="{BD851A43-04D6-4181-9CCE-F5405F60F272}"/>
                </a:ext>
              </a:extLst>
            </p:cNvPr>
            <p:cNvGrpSpPr/>
            <p:nvPr userDrawn="1"/>
          </p:nvGrpSpPr>
          <p:grpSpPr>
            <a:xfrm>
              <a:off x="7942744" y="4138492"/>
              <a:ext cx="2026708" cy="1256558"/>
              <a:chOff x="-251526" y="4512102"/>
              <a:chExt cx="1424111" cy="882948"/>
            </a:xfrm>
          </p:grpSpPr>
          <p:sp>
            <p:nvSpPr>
              <p:cNvPr id="89" name="">
                <a:extLst>
                  <a:ext uri="{FF2B5EF4-FFF2-40B4-BE49-F238E27FC236}">
                    <a16:creationId xmlns:a16="http://schemas.microsoft.com/office/drawing/2014/main" id="{DE821507-B446-4783-A3ED-26E70CC17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301097"/>
              </a:xfrm>
              <a:custGeom>
                <a:avLst/>
                <a:gdLst>
                  <a:gd name="T0" fmla="*/ 273 w 294"/>
                  <a:gd name="T1" fmla="*/ 71 h 71"/>
                  <a:gd name="T2" fmla="*/ 0 w 294"/>
                  <a:gd name="T3" fmla="*/ 71 h 71"/>
                  <a:gd name="T4" fmla="*/ 0 w 294"/>
                  <a:gd name="T5" fmla="*/ 0 h 71"/>
                  <a:gd name="T6" fmla="*/ 273 w 294"/>
                  <a:gd name="T7" fmla="*/ 0 h 71"/>
                  <a:gd name="T8" fmla="*/ 294 w 294"/>
                  <a:gd name="T9" fmla="*/ 21 h 71"/>
                  <a:gd name="T10" fmla="*/ 294 w 294"/>
                  <a:gd name="T11" fmla="*/ 50 h 71"/>
                  <a:gd name="T12" fmla="*/ 273 w 29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4" h="71">
                    <a:moveTo>
                      <a:pt x="273" y="71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85" y="0"/>
                      <a:pt x="294" y="9"/>
                      <a:pt x="294" y="21"/>
                    </a:cubicBezTo>
                    <a:cubicBezTo>
                      <a:pt x="294" y="50"/>
                      <a:pt x="294" y="50"/>
                      <a:pt x="294" y="50"/>
                    </a:cubicBezTo>
                    <a:cubicBezTo>
                      <a:pt x="294" y="62"/>
                      <a:pt x="285" y="71"/>
                      <a:pt x="273" y="7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0" name="">
                <a:extLst>
                  <a:ext uri="{FF2B5EF4-FFF2-40B4-BE49-F238E27FC236}">
                    <a16:creationId xmlns:a16="http://schemas.microsoft.com/office/drawing/2014/main" id="{B15C2F74-7362-47A5-84ED-8DC5CFD87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227858"/>
              </a:xfrm>
              <a:custGeom>
                <a:avLst/>
                <a:gdLst>
                  <a:gd name="T0" fmla="*/ 259 w 294"/>
                  <a:gd name="T1" fmla="*/ 0 h 54"/>
                  <a:gd name="T2" fmla="*/ 0 w 294"/>
                  <a:gd name="T3" fmla="*/ 0 h 54"/>
                  <a:gd name="T4" fmla="*/ 0 w 294"/>
                  <a:gd name="T5" fmla="*/ 10 h 54"/>
                  <a:gd name="T6" fmla="*/ 255 w 294"/>
                  <a:gd name="T7" fmla="*/ 10 h 54"/>
                  <a:gd name="T8" fmla="*/ 290 w 294"/>
                  <a:gd name="T9" fmla="*/ 45 h 54"/>
                  <a:gd name="T10" fmla="*/ 289 w 294"/>
                  <a:gd name="T11" fmla="*/ 54 h 54"/>
                  <a:gd name="T12" fmla="*/ 294 w 294"/>
                  <a:gd name="T13" fmla="*/ 35 h 54"/>
                  <a:gd name="T14" fmla="*/ 294 w 294"/>
                  <a:gd name="T15" fmla="*/ 35 h 54"/>
                  <a:gd name="T16" fmla="*/ 259 w 29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4" h="54">
                    <a:moveTo>
                      <a:pt x="25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55" y="10"/>
                      <a:pt x="255" y="10"/>
                      <a:pt x="255" y="10"/>
                    </a:cubicBezTo>
                    <a:cubicBezTo>
                      <a:pt x="274" y="10"/>
                      <a:pt x="290" y="26"/>
                      <a:pt x="290" y="45"/>
                    </a:cubicBezTo>
                    <a:cubicBezTo>
                      <a:pt x="290" y="48"/>
                      <a:pt x="290" y="51"/>
                      <a:pt x="289" y="54"/>
                    </a:cubicBezTo>
                    <a:cubicBezTo>
                      <a:pt x="292" y="49"/>
                      <a:pt x="294" y="42"/>
                      <a:pt x="294" y="35"/>
                    </a:cubicBezTo>
                    <a:cubicBezTo>
                      <a:pt x="294" y="35"/>
                      <a:pt x="294" y="35"/>
                      <a:pt x="294" y="35"/>
                    </a:cubicBezTo>
                    <a:cubicBezTo>
                      <a:pt x="294" y="16"/>
                      <a:pt x="278" y="0"/>
                      <a:pt x="259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1" name="">
                <a:extLst>
                  <a:ext uri="{FF2B5EF4-FFF2-40B4-BE49-F238E27FC236}">
                    <a16:creationId xmlns:a16="http://schemas.microsoft.com/office/drawing/2014/main" id="{CBE110B9-AA51-4441-A795-EED643B7C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9287" y="5053264"/>
                <a:ext cx="1291872" cy="341786"/>
              </a:xfrm>
              <a:custGeom>
                <a:avLst/>
                <a:gdLst>
                  <a:gd name="T0" fmla="*/ 266 w 306"/>
                  <a:gd name="T1" fmla="*/ 0 h 81"/>
                  <a:gd name="T2" fmla="*/ 0 w 306"/>
                  <a:gd name="T3" fmla="*/ 0 h 81"/>
                  <a:gd name="T4" fmla="*/ 0 w 306"/>
                  <a:gd name="T5" fmla="*/ 10 h 81"/>
                  <a:gd name="T6" fmla="*/ 266 w 306"/>
                  <a:gd name="T7" fmla="*/ 10 h 81"/>
                  <a:gd name="T8" fmla="*/ 296 w 306"/>
                  <a:gd name="T9" fmla="*/ 40 h 81"/>
                  <a:gd name="T10" fmla="*/ 266 w 306"/>
                  <a:gd name="T11" fmla="*/ 71 h 81"/>
                  <a:gd name="T12" fmla="*/ 0 w 306"/>
                  <a:gd name="T13" fmla="*/ 71 h 81"/>
                  <a:gd name="T14" fmla="*/ 0 w 306"/>
                  <a:gd name="T15" fmla="*/ 81 h 81"/>
                  <a:gd name="T16" fmla="*/ 266 w 306"/>
                  <a:gd name="T17" fmla="*/ 81 h 81"/>
                  <a:gd name="T18" fmla="*/ 306 w 306"/>
                  <a:gd name="T19" fmla="*/ 40 h 81"/>
                  <a:gd name="T20" fmla="*/ 266 w 306"/>
                  <a:gd name="T2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6" h="81">
                    <a:moveTo>
                      <a:pt x="26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83" y="10"/>
                      <a:pt x="296" y="24"/>
                      <a:pt x="296" y="40"/>
                    </a:cubicBezTo>
                    <a:cubicBezTo>
                      <a:pt x="296" y="57"/>
                      <a:pt x="283" y="71"/>
                      <a:pt x="266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266" y="81"/>
                      <a:pt x="266" y="81"/>
                      <a:pt x="266" y="81"/>
                    </a:cubicBezTo>
                    <a:cubicBezTo>
                      <a:pt x="288" y="81"/>
                      <a:pt x="306" y="63"/>
                      <a:pt x="306" y="40"/>
                    </a:cubicBezTo>
                    <a:cubicBezTo>
                      <a:pt x="306" y="18"/>
                      <a:pt x="288" y="0"/>
                      <a:pt x="2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2" name="">
                <a:extLst>
                  <a:ext uri="{FF2B5EF4-FFF2-40B4-BE49-F238E27FC236}">
                    <a16:creationId xmlns:a16="http://schemas.microsoft.com/office/drawing/2014/main" id="{5674D9B1-DA19-4A35-AF32-70E0DEC54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154986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2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2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3" name="">
                <a:extLst>
                  <a:ext uri="{FF2B5EF4-FFF2-40B4-BE49-F238E27FC236}">
                    <a16:creationId xmlns:a16="http://schemas.microsoft.com/office/drawing/2014/main" id="{5A94323C-0358-4B3E-991E-5049D59F2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18052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1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1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0"/>
                      <a:pt x="240" y="1"/>
                    </a:cubicBezTo>
                    <a:cubicBezTo>
                      <a:pt x="240" y="2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4" name="">
                <a:extLst>
                  <a:ext uri="{FF2B5EF4-FFF2-40B4-BE49-F238E27FC236}">
                    <a16:creationId xmlns:a16="http://schemas.microsoft.com/office/drawing/2014/main" id="{5272F681-FD83-4333-87C2-70D962013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77053"/>
                <a:ext cx="1015188" cy="16275"/>
              </a:xfrm>
              <a:custGeom>
                <a:avLst/>
                <a:gdLst>
                  <a:gd name="T0" fmla="*/ 238 w 240"/>
                  <a:gd name="T1" fmla="*/ 4 h 4"/>
                  <a:gd name="T2" fmla="*/ 2 w 240"/>
                  <a:gd name="T3" fmla="*/ 4 h 4"/>
                  <a:gd name="T4" fmla="*/ 0 w 240"/>
                  <a:gd name="T5" fmla="*/ 2 h 4"/>
                  <a:gd name="T6" fmla="*/ 2 w 240"/>
                  <a:gd name="T7" fmla="*/ 0 h 4"/>
                  <a:gd name="T8" fmla="*/ 238 w 240"/>
                  <a:gd name="T9" fmla="*/ 0 h 4"/>
                  <a:gd name="T10" fmla="*/ 240 w 240"/>
                  <a:gd name="T11" fmla="*/ 2 h 4"/>
                  <a:gd name="T12" fmla="*/ 238 w 240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4">
                    <a:moveTo>
                      <a:pt x="238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4"/>
                      <a:pt x="23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5" name="">
                <a:extLst>
                  <a:ext uri="{FF2B5EF4-FFF2-40B4-BE49-F238E27FC236}">
                    <a16:creationId xmlns:a16="http://schemas.microsoft.com/office/drawing/2014/main" id="{CBCB1D6C-6000-46D0-9C60-2B7DE085A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260409"/>
              </a:xfrm>
              <a:custGeom>
                <a:avLst/>
                <a:gdLst>
                  <a:gd name="T0" fmla="*/ 210 w 228"/>
                  <a:gd name="T1" fmla="*/ 62 h 62"/>
                  <a:gd name="T2" fmla="*/ 0 w 228"/>
                  <a:gd name="T3" fmla="*/ 62 h 62"/>
                  <a:gd name="T4" fmla="*/ 0 w 228"/>
                  <a:gd name="T5" fmla="*/ 0 h 62"/>
                  <a:gd name="T6" fmla="*/ 210 w 228"/>
                  <a:gd name="T7" fmla="*/ 0 h 62"/>
                  <a:gd name="T8" fmla="*/ 228 w 228"/>
                  <a:gd name="T9" fmla="*/ 19 h 62"/>
                  <a:gd name="T10" fmla="*/ 228 w 228"/>
                  <a:gd name="T11" fmla="*/ 44 h 62"/>
                  <a:gd name="T12" fmla="*/ 210 w 228"/>
                  <a:gd name="T13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62">
                    <a:moveTo>
                      <a:pt x="210" y="62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20" y="0"/>
                      <a:pt x="228" y="9"/>
                      <a:pt x="228" y="19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8" y="54"/>
                      <a:pt x="220" y="62"/>
                      <a:pt x="210" y="62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6" name="">
                <a:extLst>
                  <a:ext uri="{FF2B5EF4-FFF2-40B4-BE49-F238E27FC236}">
                    <a16:creationId xmlns:a16="http://schemas.microsoft.com/office/drawing/2014/main" id="{C12317C4-11EE-446D-93B9-7BD08242C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197342"/>
              </a:xfrm>
              <a:custGeom>
                <a:avLst/>
                <a:gdLst>
                  <a:gd name="T0" fmla="*/ 197 w 228"/>
                  <a:gd name="T1" fmla="*/ 0 h 47"/>
                  <a:gd name="T2" fmla="*/ 0 w 228"/>
                  <a:gd name="T3" fmla="*/ 0 h 47"/>
                  <a:gd name="T4" fmla="*/ 0 w 228"/>
                  <a:gd name="T5" fmla="*/ 9 h 47"/>
                  <a:gd name="T6" fmla="*/ 194 w 228"/>
                  <a:gd name="T7" fmla="*/ 9 h 47"/>
                  <a:gd name="T8" fmla="*/ 225 w 228"/>
                  <a:gd name="T9" fmla="*/ 40 h 47"/>
                  <a:gd name="T10" fmla="*/ 224 w 228"/>
                  <a:gd name="T11" fmla="*/ 47 h 47"/>
                  <a:gd name="T12" fmla="*/ 228 w 228"/>
                  <a:gd name="T13" fmla="*/ 31 h 47"/>
                  <a:gd name="T14" fmla="*/ 228 w 228"/>
                  <a:gd name="T15" fmla="*/ 31 h 47"/>
                  <a:gd name="T16" fmla="*/ 197 w 228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8" h="47">
                    <a:moveTo>
                      <a:pt x="19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211" y="9"/>
                      <a:pt x="225" y="23"/>
                      <a:pt x="225" y="40"/>
                    </a:cubicBezTo>
                    <a:cubicBezTo>
                      <a:pt x="225" y="43"/>
                      <a:pt x="224" y="45"/>
                      <a:pt x="224" y="47"/>
                    </a:cubicBezTo>
                    <a:cubicBezTo>
                      <a:pt x="226" y="43"/>
                      <a:pt x="228" y="37"/>
                      <a:pt x="228" y="31"/>
                    </a:cubicBezTo>
                    <a:cubicBezTo>
                      <a:pt x="228" y="31"/>
                      <a:pt x="228" y="31"/>
                      <a:pt x="228" y="31"/>
                    </a:cubicBezTo>
                    <a:cubicBezTo>
                      <a:pt x="228" y="14"/>
                      <a:pt x="214" y="0"/>
                      <a:pt x="197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7" name="">
                <a:extLst>
                  <a:ext uri="{FF2B5EF4-FFF2-40B4-BE49-F238E27FC236}">
                    <a16:creationId xmlns:a16="http://schemas.microsoft.com/office/drawing/2014/main" id="{C51B64ED-B52C-4EA3-8CBA-478F41F26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90" y="4512102"/>
                <a:ext cx="1009084" cy="301097"/>
              </a:xfrm>
              <a:custGeom>
                <a:avLst/>
                <a:gdLst>
                  <a:gd name="T0" fmla="*/ 203 w 239"/>
                  <a:gd name="T1" fmla="*/ 0 h 71"/>
                  <a:gd name="T2" fmla="*/ 0 w 239"/>
                  <a:gd name="T3" fmla="*/ 0 h 71"/>
                  <a:gd name="T4" fmla="*/ 0 w 239"/>
                  <a:gd name="T5" fmla="*/ 9 h 71"/>
                  <a:gd name="T6" fmla="*/ 203 w 239"/>
                  <a:gd name="T7" fmla="*/ 9 h 71"/>
                  <a:gd name="T8" fmla="*/ 230 w 239"/>
                  <a:gd name="T9" fmla="*/ 35 h 71"/>
                  <a:gd name="T10" fmla="*/ 203 w 239"/>
                  <a:gd name="T11" fmla="*/ 62 h 71"/>
                  <a:gd name="T12" fmla="*/ 0 w 239"/>
                  <a:gd name="T13" fmla="*/ 62 h 71"/>
                  <a:gd name="T14" fmla="*/ 0 w 239"/>
                  <a:gd name="T15" fmla="*/ 71 h 71"/>
                  <a:gd name="T16" fmla="*/ 203 w 239"/>
                  <a:gd name="T17" fmla="*/ 71 h 71"/>
                  <a:gd name="T18" fmla="*/ 239 w 239"/>
                  <a:gd name="T19" fmla="*/ 35 h 71"/>
                  <a:gd name="T20" fmla="*/ 203 w 239"/>
                  <a:gd name="T2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9" h="71">
                    <a:moveTo>
                      <a:pt x="20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03" y="9"/>
                      <a:pt x="203" y="9"/>
                      <a:pt x="203" y="9"/>
                    </a:cubicBezTo>
                    <a:cubicBezTo>
                      <a:pt x="218" y="9"/>
                      <a:pt x="230" y="21"/>
                      <a:pt x="230" y="35"/>
                    </a:cubicBezTo>
                    <a:cubicBezTo>
                      <a:pt x="230" y="50"/>
                      <a:pt x="218" y="62"/>
                      <a:pt x="203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23" y="71"/>
                      <a:pt x="239" y="55"/>
                      <a:pt x="239" y="35"/>
                    </a:cubicBezTo>
                    <a:cubicBezTo>
                      <a:pt x="239" y="16"/>
                      <a:pt x="223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8" name="">
                <a:extLst>
                  <a:ext uri="{FF2B5EF4-FFF2-40B4-BE49-F238E27FC236}">
                    <a16:creationId xmlns:a16="http://schemas.microsoft.com/office/drawing/2014/main" id="{4DC4C428-79E9-4A63-866C-F981CEEE5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0161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2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2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2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99" name="">
                <a:extLst>
                  <a:ext uri="{FF2B5EF4-FFF2-40B4-BE49-F238E27FC236}">
                    <a16:creationId xmlns:a16="http://schemas.microsoft.com/office/drawing/2014/main" id="{409FAD74-745F-4065-AA7A-3524B54286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5654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0" name="">
                <a:extLst>
                  <a:ext uri="{FF2B5EF4-FFF2-40B4-BE49-F238E27FC236}">
                    <a16:creationId xmlns:a16="http://schemas.microsoft.com/office/drawing/2014/main" id="{10E2E8BF-E1BC-42E6-9031-6F3A6AD01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711478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0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1" name="">
                <a:extLst>
                  <a:ext uri="{FF2B5EF4-FFF2-40B4-BE49-F238E27FC236}">
                    <a16:creationId xmlns:a16="http://schemas.microsoft.com/office/drawing/2014/main" id="{BEC4FA23-B7C9-42AF-90BC-01638AA78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215651"/>
              </a:xfrm>
              <a:custGeom>
                <a:avLst/>
                <a:gdLst>
                  <a:gd name="T0" fmla="*/ 244 w 259"/>
                  <a:gd name="T1" fmla="*/ 51 h 51"/>
                  <a:gd name="T2" fmla="*/ 0 w 259"/>
                  <a:gd name="T3" fmla="*/ 51 h 51"/>
                  <a:gd name="T4" fmla="*/ 0 w 259"/>
                  <a:gd name="T5" fmla="*/ 0 h 51"/>
                  <a:gd name="T6" fmla="*/ 244 w 259"/>
                  <a:gd name="T7" fmla="*/ 0 h 51"/>
                  <a:gd name="T8" fmla="*/ 259 w 259"/>
                  <a:gd name="T9" fmla="*/ 15 h 51"/>
                  <a:gd name="T10" fmla="*/ 259 w 259"/>
                  <a:gd name="T11" fmla="*/ 36 h 51"/>
                  <a:gd name="T12" fmla="*/ 244 w 259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9" h="51">
                    <a:moveTo>
                      <a:pt x="244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52" y="0"/>
                      <a:pt x="259" y="7"/>
                      <a:pt x="259" y="15"/>
                    </a:cubicBezTo>
                    <a:cubicBezTo>
                      <a:pt x="259" y="36"/>
                      <a:pt x="259" y="36"/>
                      <a:pt x="259" y="36"/>
                    </a:cubicBezTo>
                    <a:cubicBezTo>
                      <a:pt x="259" y="45"/>
                      <a:pt x="252" y="51"/>
                      <a:pt x="244" y="5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2" name="">
                <a:extLst>
                  <a:ext uri="{FF2B5EF4-FFF2-40B4-BE49-F238E27FC236}">
                    <a16:creationId xmlns:a16="http://schemas.microsoft.com/office/drawing/2014/main" id="{A6FEE54F-C35C-431B-B641-2B13151FF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164790"/>
              </a:xfrm>
              <a:custGeom>
                <a:avLst/>
                <a:gdLst>
                  <a:gd name="T0" fmla="*/ 233 w 259"/>
                  <a:gd name="T1" fmla="*/ 0 h 39"/>
                  <a:gd name="T2" fmla="*/ 0 w 259"/>
                  <a:gd name="T3" fmla="*/ 0 h 39"/>
                  <a:gd name="T4" fmla="*/ 0 w 259"/>
                  <a:gd name="T5" fmla="*/ 7 h 39"/>
                  <a:gd name="T6" fmla="*/ 230 w 259"/>
                  <a:gd name="T7" fmla="*/ 7 h 39"/>
                  <a:gd name="T8" fmla="*/ 256 w 259"/>
                  <a:gd name="T9" fmla="*/ 33 h 39"/>
                  <a:gd name="T10" fmla="*/ 255 w 259"/>
                  <a:gd name="T11" fmla="*/ 39 h 39"/>
                  <a:gd name="T12" fmla="*/ 259 w 259"/>
                  <a:gd name="T13" fmla="*/ 26 h 39"/>
                  <a:gd name="T14" fmla="*/ 259 w 259"/>
                  <a:gd name="T15" fmla="*/ 26 h 39"/>
                  <a:gd name="T16" fmla="*/ 233 w 259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9" h="39">
                    <a:moveTo>
                      <a:pt x="23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0" y="7"/>
                      <a:pt x="230" y="7"/>
                      <a:pt x="230" y="7"/>
                    </a:cubicBezTo>
                    <a:cubicBezTo>
                      <a:pt x="245" y="7"/>
                      <a:pt x="256" y="19"/>
                      <a:pt x="256" y="33"/>
                    </a:cubicBezTo>
                    <a:cubicBezTo>
                      <a:pt x="256" y="35"/>
                      <a:pt x="256" y="37"/>
                      <a:pt x="255" y="39"/>
                    </a:cubicBezTo>
                    <a:cubicBezTo>
                      <a:pt x="257" y="35"/>
                      <a:pt x="259" y="31"/>
                      <a:pt x="259" y="26"/>
                    </a:cubicBezTo>
                    <a:cubicBezTo>
                      <a:pt x="259" y="26"/>
                      <a:pt x="259" y="26"/>
                      <a:pt x="259" y="26"/>
                    </a:cubicBezTo>
                    <a:cubicBezTo>
                      <a:pt x="259" y="12"/>
                      <a:pt x="247" y="0"/>
                      <a:pt x="233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3" name="">
                <a:extLst>
                  <a:ext uri="{FF2B5EF4-FFF2-40B4-BE49-F238E27FC236}">
                    <a16:creationId xmlns:a16="http://schemas.microsoft.com/office/drawing/2014/main" id="{CF175EE0-2CA0-4ABF-A901-5FEA3A13C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1526" y="4813200"/>
                <a:ext cx="1133185" cy="244133"/>
              </a:xfrm>
              <a:custGeom>
                <a:avLst/>
                <a:gdLst>
                  <a:gd name="T0" fmla="*/ 238 w 268"/>
                  <a:gd name="T1" fmla="*/ 0 h 58"/>
                  <a:gd name="T2" fmla="*/ 0 w 268"/>
                  <a:gd name="T3" fmla="*/ 0 h 58"/>
                  <a:gd name="T4" fmla="*/ 0 w 268"/>
                  <a:gd name="T5" fmla="*/ 7 h 58"/>
                  <a:gd name="T6" fmla="*/ 238 w 268"/>
                  <a:gd name="T7" fmla="*/ 7 h 58"/>
                  <a:gd name="T8" fmla="*/ 260 w 268"/>
                  <a:gd name="T9" fmla="*/ 29 h 58"/>
                  <a:gd name="T10" fmla="*/ 238 w 268"/>
                  <a:gd name="T11" fmla="*/ 51 h 58"/>
                  <a:gd name="T12" fmla="*/ 0 w 268"/>
                  <a:gd name="T13" fmla="*/ 51 h 58"/>
                  <a:gd name="T14" fmla="*/ 0 w 268"/>
                  <a:gd name="T15" fmla="*/ 58 h 58"/>
                  <a:gd name="T16" fmla="*/ 238 w 268"/>
                  <a:gd name="T17" fmla="*/ 58 h 58"/>
                  <a:gd name="T18" fmla="*/ 268 w 268"/>
                  <a:gd name="T19" fmla="*/ 29 h 58"/>
                  <a:gd name="T20" fmla="*/ 238 w 268"/>
                  <a:gd name="T21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8" h="58">
                    <a:moveTo>
                      <a:pt x="23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8" y="7"/>
                      <a:pt x="238" y="7"/>
                      <a:pt x="238" y="7"/>
                    </a:cubicBezTo>
                    <a:cubicBezTo>
                      <a:pt x="250" y="7"/>
                      <a:pt x="260" y="17"/>
                      <a:pt x="260" y="29"/>
                    </a:cubicBezTo>
                    <a:cubicBezTo>
                      <a:pt x="260" y="41"/>
                      <a:pt x="250" y="51"/>
                      <a:pt x="238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54" y="58"/>
                      <a:pt x="268" y="45"/>
                      <a:pt x="268" y="29"/>
                    </a:cubicBezTo>
                    <a:cubicBezTo>
                      <a:pt x="268" y="13"/>
                      <a:pt x="254" y="0"/>
                      <a:pt x="238" y="0"/>
                    </a:cubicBez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4" name="">
                <a:extLst>
                  <a:ext uri="{FF2B5EF4-FFF2-40B4-BE49-F238E27FC236}">
                    <a16:creationId xmlns:a16="http://schemas.microsoft.com/office/drawing/2014/main" id="{B35D187C-4320-4867-BD9F-13515B5FB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884404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5" name="">
                <a:extLst>
                  <a:ext uri="{FF2B5EF4-FFF2-40B4-BE49-F238E27FC236}">
                    <a16:creationId xmlns:a16="http://schemas.microsoft.com/office/drawing/2014/main" id="{0D07211B-2EC4-46C4-B2E1-031630D63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31197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0"/>
                      <a:pt x="219" y="1"/>
                    </a:cubicBezTo>
                    <a:cubicBezTo>
                      <a:pt x="219" y="1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106" name="">
                <a:extLst>
                  <a:ext uri="{FF2B5EF4-FFF2-40B4-BE49-F238E27FC236}">
                    <a16:creationId xmlns:a16="http://schemas.microsoft.com/office/drawing/2014/main" id="{E414FA88-5C8D-4278-93F6-906231640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71887"/>
                <a:ext cx="923637" cy="14242"/>
              </a:xfrm>
              <a:custGeom>
                <a:avLst/>
                <a:gdLst>
                  <a:gd name="T0" fmla="*/ 218 w 219"/>
                  <a:gd name="T1" fmla="*/ 3 h 3"/>
                  <a:gd name="T2" fmla="*/ 1 w 219"/>
                  <a:gd name="T3" fmla="*/ 3 h 3"/>
                  <a:gd name="T4" fmla="*/ 0 w 219"/>
                  <a:gd name="T5" fmla="*/ 1 h 3"/>
                  <a:gd name="T6" fmla="*/ 1 w 219"/>
                  <a:gd name="T7" fmla="*/ 0 h 3"/>
                  <a:gd name="T8" fmla="*/ 218 w 219"/>
                  <a:gd name="T9" fmla="*/ 0 h 3"/>
                  <a:gd name="T10" fmla="*/ 219 w 219"/>
                  <a:gd name="T11" fmla="*/ 1 h 3"/>
                  <a:gd name="T12" fmla="*/ 218 w 219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3">
                    <a:moveTo>
                      <a:pt x="218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3"/>
                      <a:pt x="21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grpSp>
          <p:nvGrpSpPr>
            <p:cNvPr id="3" name="">
              <a:extLst>
                <a:ext uri="{FF2B5EF4-FFF2-40B4-BE49-F238E27FC236}">
                  <a16:creationId xmlns:a16="http://schemas.microsoft.com/office/drawing/2014/main" id="{07DFB1CF-2E98-4F86-9313-7DD2DF9E4914}"/>
                </a:ext>
              </a:extLst>
            </p:cNvPr>
            <p:cNvGrpSpPr/>
            <p:nvPr userDrawn="1"/>
          </p:nvGrpSpPr>
          <p:grpSpPr>
            <a:xfrm>
              <a:off x="6972071" y="3880809"/>
              <a:ext cx="830951" cy="1514238"/>
              <a:chOff x="6667667" y="3880809"/>
              <a:chExt cx="830951" cy="1514238"/>
            </a:xfrm>
          </p:grpSpPr>
          <p:sp>
            <p:nvSpPr>
              <p:cNvPr id="75" name="">
                <a:extLst>
                  <a:ext uri="{FF2B5EF4-FFF2-40B4-BE49-F238E27FC236}">
                    <a16:creationId xmlns:a16="http://schemas.microsoft.com/office/drawing/2014/main" id="{03583DF3-C487-4855-AB30-75EF14679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3786" y="3880809"/>
                <a:ext cx="121601" cy="1039411"/>
              </a:xfrm>
              <a:prstGeom prst="rect">
                <a:avLst/>
              </a:prstGeom>
              <a:solidFill>
                <a:srgbClr val="9BCE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6" name="">
                <a:extLst>
                  <a:ext uri="{FF2B5EF4-FFF2-40B4-BE49-F238E27FC236}">
                    <a16:creationId xmlns:a16="http://schemas.microsoft.com/office/drawing/2014/main" id="{874A4327-3101-40CC-B000-7A807BC00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3786" y="3993722"/>
                <a:ext cx="121601" cy="101045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7" name="">
                <a:extLst>
                  <a:ext uri="{FF2B5EF4-FFF2-40B4-BE49-F238E27FC236}">
                    <a16:creationId xmlns:a16="http://schemas.microsoft.com/office/drawing/2014/main" id="{61B53D6F-2549-46E8-B86E-ACEB9E1E0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8551" y="4181915"/>
                <a:ext cx="246103" cy="570371"/>
              </a:xfrm>
              <a:custGeom>
                <a:avLst/>
                <a:gdLst>
                  <a:gd name="T0" fmla="*/ 10 w 85"/>
                  <a:gd name="T1" fmla="*/ 0 h 197"/>
                  <a:gd name="T2" fmla="*/ 0 w 85"/>
                  <a:gd name="T3" fmla="*/ 193 h 197"/>
                  <a:gd name="T4" fmla="*/ 72 w 85"/>
                  <a:gd name="T5" fmla="*/ 197 h 197"/>
                  <a:gd name="T6" fmla="*/ 85 w 85"/>
                  <a:gd name="T7" fmla="*/ 4 h 197"/>
                  <a:gd name="T8" fmla="*/ 10 w 85"/>
                  <a:gd name="T9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197">
                    <a:moveTo>
                      <a:pt x="10" y="0"/>
                    </a:moveTo>
                    <a:lnTo>
                      <a:pt x="0" y="193"/>
                    </a:lnTo>
                    <a:lnTo>
                      <a:pt x="72" y="197"/>
                    </a:lnTo>
                    <a:lnTo>
                      <a:pt x="85" y="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8" name="">
                <a:extLst>
                  <a:ext uri="{FF2B5EF4-FFF2-40B4-BE49-F238E27FC236}">
                    <a16:creationId xmlns:a16="http://schemas.microsoft.com/office/drawing/2014/main" id="{DD1B2FBD-414B-49EE-99F2-61D93CC7C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1714" y="4126905"/>
                <a:ext cx="228731" cy="133183"/>
              </a:xfrm>
              <a:custGeom>
                <a:avLst/>
                <a:gdLst>
                  <a:gd name="T0" fmla="*/ 37 w 38"/>
                  <a:gd name="T1" fmla="*/ 22 h 22"/>
                  <a:gd name="T2" fmla="*/ 0 w 38"/>
                  <a:gd name="T3" fmla="*/ 20 h 22"/>
                  <a:gd name="T4" fmla="*/ 1 w 38"/>
                  <a:gd name="T5" fmla="*/ 6 h 22"/>
                  <a:gd name="T6" fmla="*/ 6 w 38"/>
                  <a:gd name="T7" fmla="*/ 1 h 22"/>
                  <a:gd name="T8" fmla="*/ 33 w 38"/>
                  <a:gd name="T9" fmla="*/ 2 h 22"/>
                  <a:gd name="T10" fmla="*/ 38 w 38"/>
                  <a:gd name="T11" fmla="*/ 8 h 22"/>
                  <a:gd name="T12" fmla="*/ 37 w 38"/>
                  <a:gd name="T1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2">
                    <a:moveTo>
                      <a:pt x="37" y="22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3"/>
                      <a:pt x="3" y="0"/>
                      <a:pt x="6" y="1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6" y="2"/>
                      <a:pt x="38" y="5"/>
                      <a:pt x="38" y="8"/>
                    </a:cubicBezTo>
                    <a:lnTo>
                      <a:pt x="37" y="2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9" name="">
                <a:extLst>
                  <a:ext uri="{FF2B5EF4-FFF2-40B4-BE49-F238E27FC236}">
                    <a16:creationId xmlns:a16="http://schemas.microsoft.com/office/drawing/2014/main" id="{09D0DD97-5025-4C22-9490-6A0EFD072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3051" y="4199286"/>
                <a:ext cx="83964" cy="222938"/>
              </a:xfrm>
              <a:custGeom>
                <a:avLst/>
                <a:gdLst>
                  <a:gd name="T0" fmla="*/ 7 w 14"/>
                  <a:gd name="T1" fmla="*/ 37 h 37"/>
                  <a:gd name="T2" fmla="*/ 5 w 14"/>
                  <a:gd name="T3" fmla="*/ 37 h 37"/>
                  <a:gd name="T4" fmla="*/ 0 w 14"/>
                  <a:gd name="T5" fmla="*/ 31 h 37"/>
                  <a:gd name="T6" fmla="*/ 2 w 14"/>
                  <a:gd name="T7" fmla="*/ 5 h 37"/>
                  <a:gd name="T8" fmla="*/ 7 w 14"/>
                  <a:gd name="T9" fmla="*/ 0 h 37"/>
                  <a:gd name="T10" fmla="*/ 9 w 14"/>
                  <a:gd name="T11" fmla="*/ 1 h 37"/>
                  <a:gd name="T12" fmla="*/ 13 w 14"/>
                  <a:gd name="T13" fmla="*/ 6 h 37"/>
                  <a:gd name="T14" fmla="*/ 12 w 14"/>
                  <a:gd name="T15" fmla="*/ 32 h 37"/>
                  <a:gd name="T16" fmla="*/ 7 w 14"/>
                  <a:gd name="T17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37">
                    <a:moveTo>
                      <a:pt x="7" y="37"/>
                    </a:moveTo>
                    <a:cubicBezTo>
                      <a:pt x="5" y="37"/>
                      <a:pt x="5" y="37"/>
                      <a:pt x="5" y="37"/>
                    </a:cubicBezTo>
                    <a:cubicBezTo>
                      <a:pt x="2" y="36"/>
                      <a:pt x="0" y="34"/>
                      <a:pt x="0" y="31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2"/>
                      <a:pt x="4" y="0"/>
                      <a:pt x="7" y="0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11" y="1"/>
                      <a:pt x="14" y="3"/>
                      <a:pt x="13" y="6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5"/>
                      <a:pt x="9" y="37"/>
                      <a:pt x="7" y="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0" name="">
                <a:extLst>
                  <a:ext uri="{FF2B5EF4-FFF2-40B4-BE49-F238E27FC236}">
                    <a16:creationId xmlns:a16="http://schemas.microsoft.com/office/drawing/2014/main" id="{1AB3E709-19F6-484B-86AA-4BDB87E3E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6641" y="4260088"/>
                <a:ext cx="205567" cy="437190"/>
              </a:xfrm>
              <a:custGeom>
                <a:avLst/>
                <a:gdLst>
                  <a:gd name="T0" fmla="*/ 0 w 71"/>
                  <a:gd name="T1" fmla="*/ 6 h 151"/>
                  <a:gd name="T2" fmla="*/ 15 w 71"/>
                  <a:gd name="T3" fmla="*/ 151 h 151"/>
                  <a:gd name="T4" fmla="*/ 71 w 71"/>
                  <a:gd name="T5" fmla="*/ 147 h 151"/>
                  <a:gd name="T6" fmla="*/ 56 w 71"/>
                  <a:gd name="T7" fmla="*/ 0 h 151"/>
                  <a:gd name="T8" fmla="*/ 0 w 71"/>
                  <a:gd name="T9" fmla="*/ 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151">
                    <a:moveTo>
                      <a:pt x="0" y="6"/>
                    </a:moveTo>
                    <a:lnTo>
                      <a:pt x="15" y="151"/>
                    </a:lnTo>
                    <a:lnTo>
                      <a:pt x="71" y="147"/>
                    </a:lnTo>
                    <a:lnTo>
                      <a:pt x="5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1" name="">
                <a:extLst>
                  <a:ext uri="{FF2B5EF4-FFF2-40B4-BE49-F238E27FC236}">
                    <a16:creationId xmlns:a16="http://schemas.microsoft.com/office/drawing/2014/main" id="{76197290-5F33-4719-B3AA-3E210835D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6641" y="4260088"/>
                <a:ext cx="205567" cy="437190"/>
              </a:xfrm>
              <a:custGeom>
                <a:avLst/>
                <a:gdLst>
                  <a:gd name="T0" fmla="*/ 0 w 71"/>
                  <a:gd name="T1" fmla="*/ 6 h 151"/>
                  <a:gd name="T2" fmla="*/ 15 w 71"/>
                  <a:gd name="T3" fmla="*/ 151 h 151"/>
                  <a:gd name="T4" fmla="*/ 71 w 71"/>
                  <a:gd name="T5" fmla="*/ 147 h 151"/>
                  <a:gd name="T6" fmla="*/ 56 w 71"/>
                  <a:gd name="T7" fmla="*/ 0 h 151"/>
                  <a:gd name="T8" fmla="*/ 0 w 71"/>
                  <a:gd name="T9" fmla="*/ 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151">
                    <a:moveTo>
                      <a:pt x="0" y="6"/>
                    </a:moveTo>
                    <a:lnTo>
                      <a:pt x="15" y="151"/>
                    </a:lnTo>
                    <a:lnTo>
                      <a:pt x="71" y="147"/>
                    </a:lnTo>
                    <a:lnTo>
                      <a:pt x="56" y="0"/>
                    </a:lnTo>
                    <a:lnTo>
                      <a:pt x="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2" name="">
                <a:extLst>
                  <a:ext uri="{FF2B5EF4-FFF2-40B4-BE49-F238E27FC236}">
                    <a16:creationId xmlns:a16="http://schemas.microsoft.com/office/drawing/2014/main" id="{F80F1C1C-CC4E-4962-8961-396441496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0849" y="4222446"/>
                <a:ext cx="173717" cy="110020"/>
              </a:xfrm>
              <a:custGeom>
                <a:avLst/>
                <a:gdLst>
                  <a:gd name="T0" fmla="*/ 29 w 29"/>
                  <a:gd name="T1" fmla="*/ 15 h 18"/>
                  <a:gd name="T2" fmla="*/ 1 w 29"/>
                  <a:gd name="T3" fmla="*/ 18 h 18"/>
                  <a:gd name="T4" fmla="*/ 0 w 29"/>
                  <a:gd name="T5" fmla="*/ 8 h 18"/>
                  <a:gd name="T6" fmla="*/ 5 w 29"/>
                  <a:gd name="T7" fmla="*/ 2 h 18"/>
                  <a:gd name="T8" fmla="*/ 22 w 29"/>
                  <a:gd name="T9" fmla="*/ 1 h 18"/>
                  <a:gd name="T10" fmla="*/ 28 w 29"/>
                  <a:gd name="T11" fmla="*/ 5 h 18"/>
                  <a:gd name="T12" fmla="*/ 29 w 29"/>
                  <a:gd name="T13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18">
                    <a:moveTo>
                      <a:pt x="29" y="15"/>
                    </a:moveTo>
                    <a:cubicBezTo>
                      <a:pt x="1" y="18"/>
                      <a:pt x="1" y="18"/>
                      <a:pt x="1" y="1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5"/>
                      <a:pt x="2" y="3"/>
                      <a:pt x="5" y="2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5" y="0"/>
                      <a:pt x="28" y="2"/>
                      <a:pt x="28" y="5"/>
                    </a:cubicBezTo>
                    <a:lnTo>
                      <a:pt x="29" y="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3" name="">
                <a:extLst>
                  <a:ext uri="{FF2B5EF4-FFF2-40B4-BE49-F238E27FC236}">
                    <a16:creationId xmlns:a16="http://schemas.microsoft.com/office/drawing/2014/main" id="{DA98942F-BCE7-4CB0-B29A-9A3C6E9B9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0604" y="4277461"/>
                <a:ext cx="66593" cy="167926"/>
              </a:xfrm>
              <a:custGeom>
                <a:avLst/>
                <a:gdLst>
                  <a:gd name="T0" fmla="*/ 7 w 11"/>
                  <a:gd name="T1" fmla="*/ 27 h 28"/>
                  <a:gd name="T2" fmla="*/ 7 w 11"/>
                  <a:gd name="T3" fmla="*/ 27 h 28"/>
                  <a:gd name="T4" fmla="*/ 2 w 11"/>
                  <a:gd name="T5" fmla="*/ 23 h 28"/>
                  <a:gd name="T6" fmla="*/ 0 w 11"/>
                  <a:gd name="T7" fmla="*/ 5 h 28"/>
                  <a:gd name="T8" fmla="*/ 4 w 11"/>
                  <a:gd name="T9" fmla="*/ 0 h 28"/>
                  <a:gd name="T10" fmla="*/ 9 w 11"/>
                  <a:gd name="T11" fmla="*/ 4 h 28"/>
                  <a:gd name="T12" fmla="*/ 10 w 11"/>
                  <a:gd name="T13" fmla="*/ 23 h 28"/>
                  <a:gd name="T14" fmla="*/ 7 w 11"/>
                  <a:gd name="T15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28">
                    <a:moveTo>
                      <a:pt x="7" y="27"/>
                    </a:moveTo>
                    <a:cubicBezTo>
                      <a:pt x="7" y="27"/>
                      <a:pt x="7" y="27"/>
                      <a:pt x="7" y="27"/>
                    </a:cubicBezTo>
                    <a:cubicBezTo>
                      <a:pt x="4" y="28"/>
                      <a:pt x="2" y="26"/>
                      <a:pt x="2" y="2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1" y="0"/>
                      <a:pt x="4" y="0"/>
                    </a:cubicBezTo>
                    <a:cubicBezTo>
                      <a:pt x="6" y="0"/>
                      <a:pt x="8" y="2"/>
                      <a:pt x="9" y="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5"/>
                      <a:pt x="9" y="27"/>
                      <a:pt x="7" y="2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4" name="">
                <a:extLst>
                  <a:ext uri="{FF2B5EF4-FFF2-40B4-BE49-F238E27FC236}">
                    <a16:creationId xmlns:a16="http://schemas.microsoft.com/office/drawing/2014/main" id="{8CCCD7AE-E43A-43CE-AC44-70BCC43AE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8465" y="4535140"/>
                <a:ext cx="735405" cy="859903"/>
              </a:xfrm>
              <a:custGeom>
                <a:avLst/>
                <a:gdLst>
                  <a:gd name="T0" fmla="*/ 0 w 254"/>
                  <a:gd name="T1" fmla="*/ 0 h 297"/>
                  <a:gd name="T2" fmla="*/ 21 w 254"/>
                  <a:gd name="T3" fmla="*/ 297 h 297"/>
                  <a:gd name="T4" fmla="*/ 231 w 254"/>
                  <a:gd name="T5" fmla="*/ 297 h 297"/>
                  <a:gd name="T6" fmla="*/ 254 w 254"/>
                  <a:gd name="T7" fmla="*/ 0 h 297"/>
                  <a:gd name="T8" fmla="*/ 0 w 254"/>
                  <a:gd name="T9" fmla="*/ 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" h="297">
                    <a:moveTo>
                      <a:pt x="0" y="0"/>
                    </a:moveTo>
                    <a:lnTo>
                      <a:pt x="21" y="297"/>
                    </a:lnTo>
                    <a:lnTo>
                      <a:pt x="231" y="297"/>
                    </a:lnTo>
                    <a:lnTo>
                      <a:pt x="2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5" name="">
                <a:extLst>
                  <a:ext uri="{FF2B5EF4-FFF2-40B4-BE49-F238E27FC236}">
                    <a16:creationId xmlns:a16="http://schemas.microsoft.com/office/drawing/2014/main" id="{488B7FF6-46BC-4D36-B72D-B1B4ACD04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8465" y="4535140"/>
                <a:ext cx="735405" cy="859903"/>
              </a:xfrm>
              <a:custGeom>
                <a:avLst/>
                <a:gdLst>
                  <a:gd name="T0" fmla="*/ 0 w 254"/>
                  <a:gd name="T1" fmla="*/ 0 h 297"/>
                  <a:gd name="T2" fmla="*/ 21 w 254"/>
                  <a:gd name="T3" fmla="*/ 297 h 297"/>
                  <a:gd name="T4" fmla="*/ 231 w 254"/>
                  <a:gd name="T5" fmla="*/ 297 h 297"/>
                  <a:gd name="T6" fmla="*/ 254 w 254"/>
                  <a:gd name="T7" fmla="*/ 0 h 297"/>
                  <a:gd name="T8" fmla="*/ 0 w 254"/>
                  <a:gd name="T9" fmla="*/ 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" h="297">
                    <a:moveTo>
                      <a:pt x="0" y="0"/>
                    </a:moveTo>
                    <a:lnTo>
                      <a:pt x="21" y="297"/>
                    </a:lnTo>
                    <a:lnTo>
                      <a:pt x="231" y="297"/>
                    </a:lnTo>
                    <a:lnTo>
                      <a:pt x="2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6" name="">
                <a:extLst>
                  <a:ext uri="{FF2B5EF4-FFF2-40B4-BE49-F238E27FC236}">
                    <a16:creationId xmlns:a16="http://schemas.microsoft.com/office/drawing/2014/main" id="{B393EBA5-2424-4877-B579-A8B13D072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667" y="4511982"/>
                <a:ext cx="830951" cy="118707"/>
              </a:xfrm>
              <a:custGeom>
                <a:avLst/>
                <a:gdLst>
                  <a:gd name="T0" fmla="*/ 128 w 138"/>
                  <a:gd name="T1" fmla="*/ 20 h 20"/>
                  <a:gd name="T2" fmla="*/ 9 w 138"/>
                  <a:gd name="T3" fmla="*/ 20 h 20"/>
                  <a:gd name="T4" fmla="*/ 0 w 138"/>
                  <a:gd name="T5" fmla="*/ 10 h 20"/>
                  <a:gd name="T6" fmla="*/ 9 w 138"/>
                  <a:gd name="T7" fmla="*/ 0 h 20"/>
                  <a:gd name="T8" fmla="*/ 128 w 138"/>
                  <a:gd name="T9" fmla="*/ 0 h 20"/>
                  <a:gd name="T10" fmla="*/ 138 w 138"/>
                  <a:gd name="T11" fmla="*/ 10 h 20"/>
                  <a:gd name="T12" fmla="*/ 128 w 138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20">
                    <a:moveTo>
                      <a:pt x="128" y="20"/>
                    </a:moveTo>
                    <a:cubicBezTo>
                      <a:pt x="9" y="20"/>
                      <a:pt x="9" y="20"/>
                      <a:pt x="9" y="20"/>
                    </a:cubicBezTo>
                    <a:cubicBezTo>
                      <a:pt x="4" y="20"/>
                      <a:pt x="0" y="15"/>
                      <a:pt x="0" y="10"/>
                    </a:cubicBezTo>
                    <a:cubicBezTo>
                      <a:pt x="0" y="5"/>
                      <a:pt x="4" y="0"/>
                      <a:pt x="9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34" y="0"/>
                      <a:pt x="138" y="5"/>
                      <a:pt x="138" y="10"/>
                    </a:cubicBezTo>
                    <a:cubicBezTo>
                      <a:pt x="138" y="15"/>
                      <a:pt x="134" y="20"/>
                      <a:pt x="128" y="2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7" name="">
                <a:extLst>
                  <a:ext uri="{FF2B5EF4-FFF2-40B4-BE49-F238E27FC236}">
                    <a16:creationId xmlns:a16="http://schemas.microsoft.com/office/drawing/2014/main" id="{52629F40-19EC-430C-9CE2-D1D231ED4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4257" y="4630689"/>
                <a:ext cx="668814" cy="764358"/>
              </a:xfrm>
              <a:custGeom>
                <a:avLst/>
                <a:gdLst>
                  <a:gd name="T0" fmla="*/ 20 w 111"/>
                  <a:gd name="T1" fmla="*/ 0 h 127"/>
                  <a:gd name="T2" fmla="*/ 0 w 111"/>
                  <a:gd name="T3" fmla="*/ 0 h 127"/>
                  <a:gd name="T4" fmla="*/ 9 w 111"/>
                  <a:gd name="T5" fmla="*/ 127 h 127"/>
                  <a:gd name="T6" fmla="*/ 110 w 111"/>
                  <a:gd name="T7" fmla="*/ 127 h 127"/>
                  <a:gd name="T8" fmla="*/ 111 w 111"/>
                  <a:gd name="T9" fmla="*/ 124 h 127"/>
                  <a:gd name="T10" fmla="*/ 61 w 111"/>
                  <a:gd name="T11" fmla="*/ 89 h 127"/>
                  <a:gd name="T12" fmla="*/ 20 w 111"/>
                  <a:gd name="T1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1" h="127">
                    <a:moveTo>
                      <a:pt x="2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127"/>
                      <a:pt x="9" y="127"/>
                      <a:pt x="9" y="127"/>
                    </a:cubicBezTo>
                    <a:cubicBezTo>
                      <a:pt x="110" y="127"/>
                      <a:pt x="110" y="127"/>
                      <a:pt x="110" y="127"/>
                    </a:cubicBezTo>
                    <a:cubicBezTo>
                      <a:pt x="111" y="124"/>
                      <a:pt x="111" y="124"/>
                      <a:pt x="111" y="124"/>
                    </a:cubicBezTo>
                    <a:cubicBezTo>
                      <a:pt x="94" y="113"/>
                      <a:pt x="75" y="103"/>
                      <a:pt x="61" y="89"/>
                    </a:cubicBezTo>
                    <a:cubicBezTo>
                      <a:pt x="36" y="66"/>
                      <a:pt x="24" y="33"/>
                      <a:pt x="2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88" name="">
                <a:extLst>
                  <a:ext uri="{FF2B5EF4-FFF2-40B4-BE49-F238E27FC236}">
                    <a16:creationId xmlns:a16="http://schemas.microsoft.com/office/drawing/2014/main" id="{F6D13C68-4983-4397-838E-78470BCF3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8472" y="4535145"/>
                <a:ext cx="127392" cy="95545"/>
              </a:xfrm>
              <a:custGeom>
                <a:avLst/>
                <a:gdLst>
                  <a:gd name="T0" fmla="*/ 20 w 21"/>
                  <a:gd name="T1" fmla="*/ 0 h 16"/>
                  <a:gd name="T2" fmla="*/ 0 w 21"/>
                  <a:gd name="T3" fmla="*/ 0 h 16"/>
                  <a:gd name="T4" fmla="*/ 0 w 21"/>
                  <a:gd name="T5" fmla="*/ 0 h 16"/>
                  <a:gd name="T6" fmla="*/ 1 w 21"/>
                  <a:gd name="T7" fmla="*/ 16 h 16"/>
                  <a:gd name="T8" fmla="*/ 21 w 21"/>
                  <a:gd name="T9" fmla="*/ 16 h 16"/>
                  <a:gd name="T10" fmla="*/ 21 w 21"/>
                  <a:gd name="T11" fmla="*/ 15 h 16"/>
                  <a:gd name="T12" fmla="*/ 20 w 21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16">
                    <a:moveTo>
                      <a:pt x="2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1" y="16"/>
                      <a:pt x="21" y="15"/>
                      <a:pt x="21" y="15"/>
                    </a:cubicBezTo>
                    <a:cubicBezTo>
                      <a:pt x="20" y="10"/>
                      <a:pt x="20" y="5"/>
                      <a:pt x="20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</p:grpSp>
      <p:sp>
        <p:nvSpPr>
          <p:cNvPr id="109" name="">
            <a:extLst>
              <a:ext uri="{FF2B5EF4-FFF2-40B4-BE49-F238E27FC236}">
                <a16:creationId xmlns:a16="http://schemas.microsoft.com/office/drawing/2014/main" id="{953CBD4A-BAC9-4D03-B0FD-C69057BB711F}"/>
              </a:ext>
            </a:extLst>
          </p:cNvPr>
          <p:cNvSpPr>
            <a:spLocks/>
          </p:cNvSpPr>
          <p:nvPr userDrawn="1"/>
        </p:nvSpPr>
        <p:spPr bwMode="auto">
          <a:xfrm>
            <a:off x="994309" y="5366559"/>
            <a:ext cx="1026293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">
            <a:extLst>
              <a:ext uri="{FF2B5EF4-FFF2-40B4-BE49-F238E27FC236}">
                <a16:creationId xmlns:a16="http://schemas.microsoft.com/office/drawing/2014/main" id="{01065796-C719-4254-B679-6222A12330BA}"/>
              </a:ext>
            </a:extLst>
          </p:cNvPr>
          <p:cNvGrpSpPr/>
          <p:nvPr userDrawn="1"/>
        </p:nvGrpSpPr>
        <p:grpSpPr>
          <a:xfrm>
            <a:off x="0" y="0"/>
            <a:ext cx="12191994" cy="6857998"/>
            <a:chOff x="0" y="0"/>
            <a:chExt cx="12191994" cy="6857998"/>
          </a:xfrm>
        </p:grpSpPr>
        <p:grpSp>
          <p:nvGrpSpPr>
            <p:cNvPr id="76" name="">
              <a:extLst>
                <a:ext uri="{FF2B5EF4-FFF2-40B4-BE49-F238E27FC236}">
                  <a16:creationId xmlns:a16="http://schemas.microsoft.com/office/drawing/2014/main" id="{B4559CD0-EB32-4467-B918-42D0D3A2CCC9}"/>
                </a:ext>
              </a:extLst>
            </p:cNvPr>
            <p:cNvGrpSpPr/>
            <p:nvPr userDrawn="1"/>
          </p:nvGrpSpPr>
          <p:grpSpPr>
            <a:xfrm>
              <a:off x="0" y="444500"/>
              <a:ext cx="12191994" cy="5969000"/>
              <a:chOff x="0" y="571500"/>
              <a:chExt cx="12192000" cy="5969000"/>
            </a:xfrm>
          </p:grpSpPr>
          <p:cxnSp>
            <p:nvCxnSpPr>
              <p:cNvPr id="100" name="">
                <a:extLst>
                  <a:ext uri="{FF2B5EF4-FFF2-40B4-BE49-F238E27FC236}">
                    <a16:creationId xmlns:a16="http://schemas.microsoft.com/office/drawing/2014/main" id="{7739A1C7-7645-4E73-B5E7-5713EB2DAB7D}"/>
                  </a:ext>
                </a:extLst>
              </p:cNvPr>
              <p:cNvCxnSpPr/>
              <p:nvPr userDrawn="1"/>
            </p:nvCxnSpPr>
            <p:spPr>
              <a:xfrm>
                <a:off x="0" y="571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">
                <a:extLst>
                  <a:ext uri="{FF2B5EF4-FFF2-40B4-BE49-F238E27FC236}">
                    <a16:creationId xmlns:a16="http://schemas.microsoft.com/office/drawing/2014/main" id="{5088D8C9-F7C2-40F1-B996-0B89B71B0A0A}"/>
                  </a:ext>
                </a:extLst>
              </p:cNvPr>
              <p:cNvCxnSpPr/>
              <p:nvPr userDrawn="1"/>
            </p:nvCxnSpPr>
            <p:spPr>
              <a:xfrm>
                <a:off x="0" y="11684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">
                <a:extLst>
                  <a:ext uri="{FF2B5EF4-FFF2-40B4-BE49-F238E27FC236}">
                    <a16:creationId xmlns:a16="http://schemas.microsoft.com/office/drawing/2014/main" id="{067E3807-1448-4639-9151-7F3463EDA1E9}"/>
                  </a:ext>
                </a:extLst>
              </p:cNvPr>
              <p:cNvCxnSpPr/>
              <p:nvPr userDrawn="1"/>
            </p:nvCxnSpPr>
            <p:spPr>
              <a:xfrm>
                <a:off x="0" y="17653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">
                <a:extLst>
                  <a:ext uri="{FF2B5EF4-FFF2-40B4-BE49-F238E27FC236}">
                    <a16:creationId xmlns:a16="http://schemas.microsoft.com/office/drawing/2014/main" id="{1F1E0840-530F-4BB6-A253-3B5A6EAA1878}"/>
                  </a:ext>
                </a:extLst>
              </p:cNvPr>
              <p:cNvCxnSpPr/>
              <p:nvPr userDrawn="1"/>
            </p:nvCxnSpPr>
            <p:spPr>
              <a:xfrm>
                <a:off x="0" y="23622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">
                <a:extLst>
                  <a:ext uri="{FF2B5EF4-FFF2-40B4-BE49-F238E27FC236}">
                    <a16:creationId xmlns:a16="http://schemas.microsoft.com/office/drawing/2014/main" id="{95F574B2-6366-4CCD-BD3E-6F3B9580E5A3}"/>
                  </a:ext>
                </a:extLst>
              </p:cNvPr>
              <p:cNvCxnSpPr/>
              <p:nvPr userDrawn="1"/>
            </p:nvCxnSpPr>
            <p:spPr>
              <a:xfrm>
                <a:off x="0" y="29591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">
                <a:extLst>
                  <a:ext uri="{FF2B5EF4-FFF2-40B4-BE49-F238E27FC236}">
                    <a16:creationId xmlns:a16="http://schemas.microsoft.com/office/drawing/2014/main" id="{03141BD7-F5FC-4FE8-9B6A-5FB699AF6259}"/>
                  </a:ext>
                </a:extLst>
              </p:cNvPr>
              <p:cNvCxnSpPr/>
              <p:nvPr userDrawn="1"/>
            </p:nvCxnSpPr>
            <p:spPr>
              <a:xfrm>
                <a:off x="0" y="35560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">
                <a:extLst>
                  <a:ext uri="{FF2B5EF4-FFF2-40B4-BE49-F238E27FC236}">
                    <a16:creationId xmlns:a16="http://schemas.microsoft.com/office/drawing/2014/main" id="{BC36B44B-D908-4252-9FDF-865F9EA01636}"/>
                  </a:ext>
                </a:extLst>
              </p:cNvPr>
              <p:cNvCxnSpPr/>
              <p:nvPr userDrawn="1"/>
            </p:nvCxnSpPr>
            <p:spPr>
              <a:xfrm>
                <a:off x="0" y="41529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">
                <a:extLst>
                  <a:ext uri="{FF2B5EF4-FFF2-40B4-BE49-F238E27FC236}">
                    <a16:creationId xmlns:a16="http://schemas.microsoft.com/office/drawing/2014/main" id="{E5A54D08-0001-4C7A-B7C3-5A9E47E6950C}"/>
                  </a:ext>
                </a:extLst>
              </p:cNvPr>
              <p:cNvCxnSpPr/>
              <p:nvPr userDrawn="1"/>
            </p:nvCxnSpPr>
            <p:spPr>
              <a:xfrm>
                <a:off x="0" y="47498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">
                <a:extLst>
                  <a:ext uri="{FF2B5EF4-FFF2-40B4-BE49-F238E27FC236}">
                    <a16:creationId xmlns:a16="http://schemas.microsoft.com/office/drawing/2014/main" id="{85B4387A-DC21-4E5F-98DC-9923F4368C37}"/>
                  </a:ext>
                </a:extLst>
              </p:cNvPr>
              <p:cNvCxnSpPr/>
              <p:nvPr userDrawn="1"/>
            </p:nvCxnSpPr>
            <p:spPr>
              <a:xfrm>
                <a:off x="0" y="53467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">
                <a:extLst>
                  <a:ext uri="{FF2B5EF4-FFF2-40B4-BE49-F238E27FC236}">
                    <a16:creationId xmlns:a16="http://schemas.microsoft.com/office/drawing/2014/main" id="{E14947F7-A56E-4EBC-AFB2-A3E520CEB78A}"/>
                  </a:ext>
                </a:extLst>
              </p:cNvPr>
              <p:cNvCxnSpPr/>
              <p:nvPr userDrawn="1"/>
            </p:nvCxnSpPr>
            <p:spPr>
              <a:xfrm>
                <a:off x="0" y="59436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">
                <a:extLst>
                  <a:ext uri="{FF2B5EF4-FFF2-40B4-BE49-F238E27FC236}">
                    <a16:creationId xmlns:a16="http://schemas.microsoft.com/office/drawing/2014/main" id="{E6E96278-11EE-4EB9-98B9-CED22212C7DD}"/>
                  </a:ext>
                </a:extLst>
              </p:cNvPr>
              <p:cNvCxnSpPr/>
              <p:nvPr userDrawn="1"/>
            </p:nvCxnSpPr>
            <p:spPr>
              <a:xfrm>
                <a:off x="0" y="6540500"/>
                <a:ext cx="12192000" cy="0"/>
              </a:xfrm>
              <a:prstGeom prst="line">
                <a:avLst/>
              </a:prstGeom>
              <a:ln w="6350">
                <a:solidFill>
                  <a:schemeClr val="bg2">
                    <a:alpha val="47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">
              <a:extLst>
                <a:ext uri="{FF2B5EF4-FFF2-40B4-BE49-F238E27FC236}">
                  <a16:creationId xmlns:a16="http://schemas.microsoft.com/office/drawing/2014/main" id="{AE5D9187-A16D-431E-A1FF-568372EF4691}"/>
                </a:ext>
              </a:extLst>
            </p:cNvPr>
            <p:cNvGrpSpPr/>
            <p:nvPr userDrawn="1"/>
          </p:nvGrpSpPr>
          <p:grpSpPr>
            <a:xfrm>
              <a:off x="419100" y="0"/>
              <a:ext cx="11353800" cy="6857998"/>
              <a:chOff x="558800" y="-2197100"/>
              <a:chExt cx="11353800" cy="12192000"/>
            </a:xfrm>
          </p:grpSpPr>
          <p:grpSp>
            <p:nvGrpSpPr>
              <p:cNvPr id="78" name="">
                <a:extLst>
                  <a:ext uri="{FF2B5EF4-FFF2-40B4-BE49-F238E27FC236}">
                    <a16:creationId xmlns:a16="http://schemas.microsoft.com/office/drawing/2014/main" id="{6D3A29FD-5EC7-4CAD-A853-F57975618DCD}"/>
                  </a:ext>
                </a:extLst>
              </p:cNvPr>
              <p:cNvGrpSpPr/>
              <p:nvPr userDrawn="1"/>
            </p:nvGrpSpPr>
            <p:grpSpPr>
              <a:xfrm rot="16200000">
                <a:off x="-2552700" y="914400"/>
                <a:ext cx="12192000" cy="5969000"/>
                <a:chOff x="0" y="571500"/>
                <a:chExt cx="12192000" cy="5969000"/>
              </a:xfrm>
            </p:grpSpPr>
            <p:cxnSp>
              <p:nvCxnSpPr>
                <p:cNvPr id="89" name="">
                  <a:extLst>
                    <a:ext uri="{FF2B5EF4-FFF2-40B4-BE49-F238E27FC236}">
                      <a16:creationId xmlns:a16="http://schemas.microsoft.com/office/drawing/2014/main" id="{74088171-2B17-45D7-880B-56568999C255}"/>
                    </a:ext>
                  </a:extLst>
                </p:cNvPr>
                <p:cNvCxnSpPr/>
                <p:nvPr userDrawn="1"/>
              </p:nvCxnSpPr>
              <p:spPr>
                <a:xfrm>
                  <a:off x="0" y="571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">
                  <a:extLst>
                    <a:ext uri="{FF2B5EF4-FFF2-40B4-BE49-F238E27FC236}">
                      <a16:creationId xmlns:a16="http://schemas.microsoft.com/office/drawing/2014/main" id="{447B9DB8-145F-482C-8381-47A569C92275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">
                  <a:extLst>
                    <a:ext uri="{FF2B5EF4-FFF2-40B4-BE49-F238E27FC236}">
                      <a16:creationId xmlns:a16="http://schemas.microsoft.com/office/drawing/2014/main" id="{1797F670-A8EB-4C2D-B9EC-339E9074CB7E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">
                  <a:extLst>
                    <a:ext uri="{FF2B5EF4-FFF2-40B4-BE49-F238E27FC236}">
                      <a16:creationId xmlns:a16="http://schemas.microsoft.com/office/drawing/2014/main" id="{6A42E99D-22B2-419F-A8F5-27C5040E1529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">
                  <a:extLst>
                    <a:ext uri="{FF2B5EF4-FFF2-40B4-BE49-F238E27FC236}">
                      <a16:creationId xmlns:a16="http://schemas.microsoft.com/office/drawing/2014/main" id="{42AA0B09-B957-4DF6-B58D-4F17B5785EAC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">
                  <a:extLst>
                    <a:ext uri="{FF2B5EF4-FFF2-40B4-BE49-F238E27FC236}">
                      <a16:creationId xmlns:a16="http://schemas.microsoft.com/office/drawing/2014/main" id="{9F0532BF-2D56-47BF-B6F1-1F7B6D5B4941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">
                  <a:extLst>
                    <a:ext uri="{FF2B5EF4-FFF2-40B4-BE49-F238E27FC236}">
                      <a16:creationId xmlns:a16="http://schemas.microsoft.com/office/drawing/2014/main" id="{A8E17427-EA80-4D2B-9EF6-4D37039451D9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">
                  <a:extLst>
                    <a:ext uri="{FF2B5EF4-FFF2-40B4-BE49-F238E27FC236}">
                      <a16:creationId xmlns:a16="http://schemas.microsoft.com/office/drawing/2014/main" id="{84DB8DAA-EFD6-4FA9-B23D-09CE12CD2177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">
                  <a:extLst>
                    <a:ext uri="{FF2B5EF4-FFF2-40B4-BE49-F238E27FC236}">
                      <a16:creationId xmlns:a16="http://schemas.microsoft.com/office/drawing/2014/main" id="{F36B0FF3-21EA-404A-8D0B-0C73F13FA1DB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">
                  <a:extLst>
                    <a:ext uri="{FF2B5EF4-FFF2-40B4-BE49-F238E27FC236}">
                      <a16:creationId xmlns:a16="http://schemas.microsoft.com/office/drawing/2014/main" id="{A102F07D-95B2-4FFA-8C5B-21E03EC08403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">
                  <a:extLst>
                    <a:ext uri="{FF2B5EF4-FFF2-40B4-BE49-F238E27FC236}">
                      <a16:creationId xmlns:a16="http://schemas.microsoft.com/office/drawing/2014/main" id="{AD619D41-FB7F-4FE6-A067-2E0FF2293C42}"/>
                    </a:ext>
                  </a:extLst>
                </p:cNvPr>
                <p:cNvCxnSpPr/>
                <p:nvPr userDrawn="1"/>
              </p:nvCxnSpPr>
              <p:spPr>
                <a:xfrm>
                  <a:off x="0" y="65405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">
                <a:extLst>
                  <a:ext uri="{FF2B5EF4-FFF2-40B4-BE49-F238E27FC236}">
                    <a16:creationId xmlns:a16="http://schemas.microsoft.com/office/drawing/2014/main" id="{11F5464A-381C-42BE-8429-DE7AF57BC9FB}"/>
                  </a:ext>
                </a:extLst>
              </p:cNvPr>
              <p:cNvGrpSpPr/>
              <p:nvPr userDrawn="1"/>
            </p:nvGrpSpPr>
            <p:grpSpPr>
              <a:xfrm rot="16200000">
                <a:off x="3429000" y="1511300"/>
                <a:ext cx="12192000" cy="4775200"/>
                <a:chOff x="0" y="1168400"/>
                <a:chExt cx="12192000" cy="4775200"/>
              </a:xfrm>
            </p:grpSpPr>
            <p:cxnSp>
              <p:nvCxnSpPr>
                <p:cNvPr id="80" name="">
                  <a:extLst>
                    <a:ext uri="{FF2B5EF4-FFF2-40B4-BE49-F238E27FC236}">
                      <a16:creationId xmlns:a16="http://schemas.microsoft.com/office/drawing/2014/main" id="{ED5DA432-D5F3-47CB-8080-1D1763D1C0A7}"/>
                    </a:ext>
                  </a:extLst>
                </p:cNvPr>
                <p:cNvCxnSpPr/>
                <p:nvPr userDrawn="1"/>
              </p:nvCxnSpPr>
              <p:spPr>
                <a:xfrm>
                  <a:off x="0" y="11684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">
                  <a:extLst>
                    <a:ext uri="{FF2B5EF4-FFF2-40B4-BE49-F238E27FC236}">
                      <a16:creationId xmlns:a16="http://schemas.microsoft.com/office/drawing/2014/main" id="{51068C0D-F649-4A69-AACE-1B5A3B0803D1}"/>
                    </a:ext>
                  </a:extLst>
                </p:cNvPr>
                <p:cNvCxnSpPr/>
                <p:nvPr userDrawn="1"/>
              </p:nvCxnSpPr>
              <p:spPr>
                <a:xfrm>
                  <a:off x="0" y="17653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">
                  <a:extLst>
                    <a:ext uri="{FF2B5EF4-FFF2-40B4-BE49-F238E27FC236}">
                      <a16:creationId xmlns:a16="http://schemas.microsoft.com/office/drawing/2014/main" id="{AC7DAA05-AB27-414F-82A5-3C98289597D9}"/>
                    </a:ext>
                  </a:extLst>
                </p:cNvPr>
                <p:cNvCxnSpPr/>
                <p:nvPr userDrawn="1"/>
              </p:nvCxnSpPr>
              <p:spPr>
                <a:xfrm>
                  <a:off x="0" y="23622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">
                  <a:extLst>
                    <a:ext uri="{FF2B5EF4-FFF2-40B4-BE49-F238E27FC236}">
                      <a16:creationId xmlns:a16="http://schemas.microsoft.com/office/drawing/2014/main" id="{F360BD64-CAF1-4DAF-A0BF-DB799614A87D}"/>
                    </a:ext>
                  </a:extLst>
                </p:cNvPr>
                <p:cNvCxnSpPr/>
                <p:nvPr userDrawn="1"/>
              </p:nvCxnSpPr>
              <p:spPr>
                <a:xfrm>
                  <a:off x="0" y="29591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">
                  <a:extLst>
                    <a:ext uri="{FF2B5EF4-FFF2-40B4-BE49-F238E27FC236}">
                      <a16:creationId xmlns:a16="http://schemas.microsoft.com/office/drawing/2014/main" id="{6569F183-4D7D-46E7-87F0-810057514018}"/>
                    </a:ext>
                  </a:extLst>
                </p:cNvPr>
                <p:cNvCxnSpPr/>
                <p:nvPr userDrawn="1"/>
              </p:nvCxnSpPr>
              <p:spPr>
                <a:xfrm>
                  <a:off x="0" y="35560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">
                  <a:extLst>
                    <a:ext uri="{FF2B5EF4-FFF2-40B4-BE49-F238E27FC236}">
                      <a16:creationId xmlns:a16="http://schemas.microsoft.com/office/drawing/2014/main" id="{43F3EE96-375A-476B-9D87-FC02A930E4F7}"/>
                    </a:ext>
                  </a:extLst>
                </p:cNvPr>
                <p:cNvCxnSpPr/>
                <p:nvPr userDrawn="1"/>
              </p:nvCxnSpPr>
              <p:spPr>
                <a:xfrm>
                  <a:off x="0" y="41529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">
                  <a:extLst>
                    <a:ext uri="{FF2B5EF4-FFF2-40B4-BE49-F238E27FC236}">
                      <a16:creationId xmlns:a16="http://schemas.microsoft.com/office/drawing/2014/main" id="{29A6503B-981F-4E64-AD72-C09EE05A7F1E}"/>
                    </a:ext>
                  </a:extLst>
                </p:cNvPr>
                <p:cNvCxnSpPr/>
                <p:nvPr userDrawn="1"/>
              </p:nvCxnSpPr>
              <p:spPr>
                <a:xfrm>
                  <a:off x="0" y="47498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">
                  <a:extLst>
                    <a:ext uri="{FF2B5EF4-FFF2-40B4-BE49-F238E27FC236}">
                      <a16:creationId xmlns:a16="http://schemas.microsoft.com/office/drawing/2014/main" id="{B3779380-EF13-493E-B051-3693BCABA942}"/>
                    </a:ext>
                  </a:extLst>
                </p:cNvPr>
                <p:cNvCxnSpPr/>
                <p:nvPr userDrawn="1"/>
              </p:nvCxnSpPr>
              <p:spPr>
                <a:xfrm>
                  <a:off x="0" y="53467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">
                  <a:extLst>
                    <a:ext uri="{FF2B5EF4-FFF2-40B4-BE49-F238E27FC236}">
                      <a16:creationId xmlns:a16="http://schemas.microsoft.com/office/drawing/2014/main" id="{165C4F97-E0E0-4602-A063-212517E07B2B}"/>
                    </a:ext>
                  </a:extLst>
                </p:cNvPr>
                <p:cNvCxnSpPr/>
                <p:nvPr userDrawn="1"/>
              </p:nvCxnSpPr>
              <p:spPr>
                <a:xfrm>
                  <a:off x="0" y="5943600"/>
                  <a:ext cx="12192000" cy="0"/>
                </a:xfrm>
                <a:prstGeom prst="line">
                  <a:avLst/>
                </a:prstGeom>
                <a:ln w="6350">
                  <a:solidFill>
                    <a:schemeClr val="bg2">
                      <a:alpha val="47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" name="">
            <a:extLst>
              <a:ext uri="{FF2B5EF4-FFF2-40B4-BE49-F238E27FC236}">
                <a16:creationId xmlns:a16="http://schemas.microsoft.com/office/drawing/2014/main" id="{FCA87049-DB45-4BEC-888D-4CECDBFB1E1C}"/>
              </a:ext>
            </a:extLst>
          </p:cNvPr>
          <p:cNvGrpSpPr/>
          <p:nvPr userDrawn="1"/>
        </p:nvGrpSpPr>
        <p:grpSpPr>
          <a:xfrm>
            <a:off x="6598749" y="779512"/>
            <a:ext cx="4170851" cy="2290064"/>
            <a:chOff x="1353649" y="2300663"/>
            <a:chExt cx="5643160" cy="3098456"/>
          </a:xfrm>
        </p:grpSpPr>
        <p:sp>
          <p:nvSpPr>
            <p:cNvPr id="8" name="">
              <a:extLst>
                <a:ext uri="{FF2B5EF4-FFF2-40B4-BE49-F238E27FC236}">
                  <a16:creationId xmlns:a16="http://schemas.microsoft.com/office/drawing/2014/main" id="{82B7769E-EDF4-41BE-9395-3C866D34B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760" y="2300663"/>
              <a:ext cx="1263389" cy="868708"/>
            </a:xfrm>
            <a:custGeom>
              <a:avLst/>
              <a:gdLst>
                <a:gd name="T0" fmla="*/ 13 w 299"/>
                <a:gd name="T1" fmla="*/ 205 h 206"/>
                <a:gd name="T2" fmla="*/ 4 w 299"/>
                <a:gd name="T3" fmla="*/ 95 h 206"/>
                <a:gd name="T4" fmla="*/ 11 w 299"/>
                <a:gd name="T5" fmla="*/ 73 h 206"/>
                <a:gd name="T6" fmla="*/ 31 w 299"/>
                <a:gd name="T7" fmla="*/ 66 h 206"/>
                <a:gd name="T8" fmla="*/ 57 w 299"/>
                <a:gd name="T9" fmla="*/ 26 h 206"/>
                <a:gd name="T10" fmla="*/ 103 w 299"/>
                <a:gd name="T11" fmla="*/ 9 h 206"/>
                <a:gd name="T12" fmla="*/ 237 w 299"/>
                <a:gd name="T13" fmla="*/ 22 h 206"/>
                <a:gd name="T14" fmla="*/ 263 w 299"/>
                <a:gd name="T15" fmla="*/ 37 h 206"/>
                <a:gd name="T16" fmla="*/ 287 w 299"/>
                <a:gd name="T17" fmla="*/ 181 h 206"/>
                <a:gd name="T18" fmla="*/ 283 w 299"/>
                <a:gd name="T19" fmla="*/ 206 h 206"/>
                <a:gd name="T20" fmla="*/ 13 w 299"/>
                <a:gd name="T21" fmla="*/ 205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" h="206">
                  <a:moveTo>
                    <a:pt x="13" y="205"/>
                  </a:moveTo>
                  <a:cubicBezTo>
                    <a:pt x="4" y="169"/>
                    <a:pt x="0" y="131"/>
                    <a:pt x="4" y="95"/>
                  </a:cubicBezTo>
                  <a:cubicBezTo>
                    <a:pt x="5" y="87"/>
                    <a:pt x="6" y="79"/>
                    <a:pt x="11" y="73"/>
                  </a:cubicBezTo>
                  <a:cubicBezTo>
                    <a:pt x="15" y="66"/>
                    <a:pt x="24" y="63"/>
                    <a:pt x="31" y="66"/>
                  </a:cubicBezTo>
                  <a:cubicBezTo>
                    <a:pt x="33" y="50"/>
                    <a:pt x="44" y="36"/>
                    <a:pt x="57" y="26"/>
                  </a:cubicBezTo>
                  <a:cubicBezTo>
                    <a:pt x="71" y="17"/>
                    <a:pt x="87" y="12"/>
                    <a:pt x="103" y="9"/>
                  </a:cubicBezTo>
                  <a:cubicBezTo>
                    <a:pt x="148" y="0"/>
                    <a:pt x="195" y="4"/>
                    <a:pt x="237" y="22"/>
                  </a:cubicBezTo>
                  <a:cubicBezTo>
                    <a:pt x="247" y="26"/>
                    <a:pt x="256" y="30"/>
                    <a:pt x="263" y="37"/>
                  </a:cubicBezTo>
                  <a:cubicBezTo>
                    <a:pt x="298" y="70"/>
                    <a:pt x="299" y="138"/>
                    <a:pt x="287" y="181"/>
                  </a:cubicBezTo>
                  <a:cubicBezTo>
                    <a:pt x="285" y="189"/>
                    <a:pt x="282" y="197"/>
                    <a:pt x="283" y="206"/>
                  </a:cubicBezTo>
                  <a:cubicBezTo>
                    <a:pt x="13" y="205"/>
                    <a:pt x="13" y="205"/>
                    <a:pt x="13" y="20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">
              <a:extLst>
                <a:ext uri="{FF2B5EF4-FFF2-40B4-BE49-F238E27FC236}">
                  <a16:creationId xmlns:a16="http://schemas.microsoft.com/office/drawing/2014/main" id="{1580BC4A-4578-444B-AC03-CFFE267F6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113" y="4495827"/>
              <a:ext cx="549300" cy="903292"/>
            </a:xfrm>
            <a:custGeom>
              <a:avLst/>
              <a:gdLst>
                <a:gd name="T0" fmla="*/ 52 w 130"/>
                <a:gd name="T1" fmla="*/ 0 h 214"/>
                <a:gd name="T2" fmla="*/ 5 w 130"/>
                <a:gd name="T3" fmla="*/ 175 h 214"/>
                <a:gd name="T4" fmla="*/ 35 w 130"/>
                <a:gd name="T5" fmla="*/ 213 h 214"/>
                <a:gd name="T6" fmla="*/ 130 w 130"/>
                <a:gd name="T7" fmla="*/ 213 h 214"/>
                <a:gd name="T8" fmla="*/ 52 w 13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14">
                  <a:moveTo>
                    <a:pt x="52" y="0"/>
                  </a:moveTo>
                  <a:cubicBezTo>
                    <a:pt x="5" y="175"/>
                    <a:pt x="5" y="175"/>
                    <a:pt x="5" y="175"/>
                  </a:cubicBezTo>
                  <a:cubicBezTo>
                    <a:pt x="0" y="195"/>
                    <a:pt x="15" y="214"/>
                    <a:pt x="35" y="213"/>
                  </a:cubicBezTo>
                  <a:cubicBezTo>
                    <a:pt x="130" y="213"/>
                    <a:pt x="130" y="213"/>
                    <a:pt x="130" y="213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0" name="">
              <a:extLst>
                <a:ext uri="{FF2B5EF4-FFF2-40B4-BE49-F238E27FC236}">
                  <a16:creationId xmlns:a16="http://schemas.microsoft.com/office/drawing/2014/main" id="{A726DF57-4F4A-4890-9693-249B0840E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48" y="4495827"/>
              <a:ext cx="545231" cy="903292"/>
            </a:xfrm>
            <a:custGeom>
              <a:avLst/>
              <a:gdLst>
                <a:gd name="T0" fmla="*/ 77 w 129"/>
                <a:gd name="T1" fmla="*/ 0 h 214"/>
                <a:gd name="T2" fmla="*/ 124 w 129"/>
                <a:gd name="T3" fmla="*/ 175 h 214"/>
                <a:gd name="T4" fmla="*/ 94 w 129"/>
                <a:gd name="T5" fmla="*/ 213 h 214"/>
                <a:gd name="T6" fmla="*/ 0 w 129"/>
                <a:gd name="T7" fmla="*/ 213 h 214"/>
                <a:gd name="T8" fmla="*/ 77 w 129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214">
                  <a:moveTo>
                    <a:pt x="77" y="0"/>
                  </a:moveTo>
                  <a:cubicBezTo>
                    <a:pt x="124" y="175"/>
                    <a:pt x="124" y="175"/>
                    <a:pt x="124" y="175"/>
                  </a:cubicBezTo>
                  <a:cubicBezTo>
                    <a:pt x="129" y="195"/>
                    <a:pt x="114" y="214"/>
                    <a:pt x="94" y="213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1" name="">
              <a:extLst>
                <a:ext uri="{FF2B5EF4-FFF2-40B4-BE49-F238E27FC236}">
                  <a16:creationId xmlns:a16="http://schemas.microsoft.com/office/drawing/2014/main" id="{2503416B-06F3-482F-A5C7-7F41E57A7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063" y="3808185"/>
              <a:ext cx="537093" cy="142410"/>
            </a:xfrm>
            <a:custGeom>
              <a:avLst/>
              <a:gdLst>
                <a:gd name="T0" fmla="*/ 127 w 127"/>
                <a:gd name="T1" fmla="*/ 0 h 34"/>
                <a:gd name="T2" fmla="*/ 0 w 127"/>
                <a:gd name="T3" fmla="*/ 0 h 34"/>
                <a:gd name="T4" fmla="*/ 63 w 127"/>
                <a:gd name="T5" fmla="*/ 34 h 34"/>
                <a:gd name="T6" fmla="*/ 127 w 127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34">
                  <a:moveTo>
                    <a:pt x="12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19"/>
                    <a:pt x="37" y="34"/>
                    <a:pt x="63" y="34"/>
                  </a:cubicBezTo>
                  <a:cubicBezTo>
                    <a:pt x="90" y="34"/>
                    <a:pt x="113" y="19"/>
                    <a:pt x="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2" name="">
              <a:extLst>
                <a:ext uri="{FF2B5EF4-FFF2-40B4-BE49-F238E27FC236}">
                  <a16:creationId xmlns:a16="http://schemas.microsoft.com/office/drawing/2014/main" id="{DBF34B65-88A9-43B1-8101-ABE2ADE69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693" y="3808185"/>
              <a:ext cx="1420041" cy="663228"/>
            </a:xfrm>
            <a:custGeom>
              <a:avLst/>
              <a:gdLst>
                <a:gd name="T0" fmla="*/ 336 w 336"/>
                <a:gd name="T1" fmla="*/ 157 h 157"/>
                <a:gd name="T2" fmla="*/ 0 w 336"/>
                <a:gd name="T3" fmla="*/ 157 h 157"/>
                <a:gd name="T4" fmla="*/ 0 w 336"/>
                <a:gd name="T5" fmla="*/ 86 h 157"/>
                <a:gd name="T6" fmla="*/ 86 w 336"/>
                <a:gd name="T7" fmla="*/ 0 h 157"/>
                <a:gd name="T8" fmla="*/ 250 w 336"/>
                <a:gd name="T9" fmla="*/ 0 h 157"/>
                <a:gd name="T10" fmla="*/ 336 w 336"/>
                <a:gd name="T11" fmla="*/ 86 h 157"/>
                <a:gd name="T12" fmla="*/ 336 w 336"/>
                <a:gd name="T13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157">
                  <a:moveTo>
                    <a:pt x="336" y="157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38"/>
                    <a:pt x="38" y="0"/>
                    <a:pt x="86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97" y="0"/>
                    <a:pt x="336" y="38"/>
                    <a:pt x="336" y="86"/>
                  </a:cubicBezTo>
                  <a:cubicBezTo>
                    <a:pt x="336" y="157"/>
                    <a:pt x="336" y="157"/>
                    <a:pt x="336" y="15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4" name="">
              <a:extLst>
                <a:ext uri="{FF2B5EF4-FFF2-40B4-BE49-F238E27FC236}">
                  <a16:creationId xmlns:a16="http://schemas.microsoft.com/office/drawing/2014/main" id="{315E7E81-4ADC-43AE-9509-0D02BBFBC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406" y="3557948"/>
              <a:ext cx="384510" cy="333648"/>
            </a:xfrm>
            <a:custGeom>
              <a:avLst/>
              <a:gdLst>
                <a:gd name="T0" fmla="*/ 80 w 91"/>
                <a:gd name="T1" fmla="*/ 59 h 79"/>
                <a:gd name="T2" fmla="*/ 80 w 91"/>
                <a:gd name="T3" fmla="*/ 0 h 79"/>
                <a:gd name="T4" fmla="*/ 12 w 91"/>
                <a:gd name="T5" fmla="*/ 0 h 79"/>
                <a:gd name="T6" fmla="*/ 12 w 91"/>
                <a:gd name="T7" fmla="*/ 59 h 79"/>
                <a:gd name="T8" fmla="*/ 0 w 91"/>
                <a:gd name="T9" fmla="*/ 59 h 79"/>
                <a:gd name="T10" fmla="*/ 46 w 91"/>
                <a:gd name="T11" fmla="*/ 79 h 79"/>
                <a:gd name="T12" fmla="*/ 91 w 91"/>
                <a:gd name="T13" fmla="*/ 59 h 79"/>
                <a:gd name="T14" fmla="*/ 80 w 91"/>
                <a:gd name="T15" fmla="*/ 5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79">
                  <a:moveTo>
                    <a:pt x="80" y="59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1" y="71"/>
                    <a:pt x="27" y="79"/>
                    <a:pt x="46" y="79"/>
                  </a:cubicBezTo>
                  <a:cubicBezTo>
                    <a:pt x="64" y="79"/>
                    <a:pt x="81" y="71"/>
                    <a:pt x="91" y="59"/>
                  </a:cubicBezTo>
                  <a:lnTo>
                    <a:pt x="80" y="59"/>
                  </a:ln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6" name="">
              <a:extLst>
                <a:ext uri="{FF2B5EF4-FFF2-40B4-BE49-F238E27FC236}">
                  <a16:creationId xmlns:a16="http://schemas.microsoft.com/office/drawing/2014/main" id="{E3E2BB76-92B6-4B7F-AA79-F8AC04E8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344" y="2422729"/>
              <a:ext cx="1106737" cy="1186081"/>
            </a:xfrm>
            <a:custGeom>
              <a:avLst/>
              <a:gdLst>
                <a:gd name="T0" fmla="*/ 140 w 262"/>
                <a:gd name="T1" fmla="*/ 0 h 281"/>
                <a:gd name="T2" fmla="*/ 140 w 262"/>
                <a:gd name="T3" fmla="*/ 0 h 281"/>
                <a:gd name="T4" fmla="*/ 122 w 262"/>
                <a:gd name="T5" fmla="*/ 0 h 281"/>
                <a:gd name="T6" fmla="*/ 10 w 262"/>
                <a:gd name="T7" fmla="*/ 134 h 281"/>
                <a:gd name="T8" fmla="*/ 21 w 262"/>
                <a:gd name="T9" fmla="*/ 210 h 281"/>
                <a:gd name="T10" fmla="*/ 99 w 262"/>
                <a:gd name="T11" fmla="*/ 281 h 281"/>
                <a:gd name="T12" fmla="*/ 122 w 262"/>
                <a:gd name="T13" fmla="*/ 281 h 281"/>
                <a:gd name="T14" fmla="*/ 140 w 262"/>
                <a:gd name="T15" fmla="*/ 281 h 281"/>
                <a:gd name="T16" fmla="*/ 163 w 262"/>
                <a:gd name="T17" fmla="*/ 281 h 281"/>
                <a:gd name="T18" fmla="*/ 241 w 262"/>
                <a:gd name="T19" fmla="*/ 210 h 281"/>
                <a:gd name="T20" fmla="*/ 252 w 262"/>
                <a:gd name="T21" fmla="*/ 134 h 281"/>
                <a:gd name="T22" fmla="*/ 140 w 262"/>
                <a:gd name="T2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2" h="281">
                  <a:moveTo>
                    <a:pt x="140" y="0"/>
                  </a:moveTo>
                  <a:cubicBezTo>
                    <a:pt x="140" y="0"/>
                    <a:pt x="140" y="0"/>
                    <a:pt x="140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53" y="0"/>
                    <a:pt x="0" y="63"/>
                    <a:pt x="10" y="134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26" y="251"/>
                    <a:pt x="60" y="281"/>
                    <a:pt x="99" y="281"/>
                  </a:cubicBezTo>
                  <a:cubicBezTo>
                    <a:pt x="122" y="281"/>
                    <a:pt x="122" y="281"/>
                    <a:pt x="122" y="281"/>
                  </a:cubicBezTo>
                  <a:cubicBezTo>
                    <a:pt x="140" y="281"/>
                    <a:pt x="140" y="281"/>
                    <a:pt x="140" y="281"/>
                  </a:cubicBezTo>
                  <a:cubicBezTo>
                    <a:pt x="163" y="281"/>
                    <a:pt x="163" y="281"/>
                    <a:pt x="163" y="281"/>
                  </a:cubicBezTo>
                  <a:cubicBezTo>
                    <a:pt x="202" y="281"/>
                    <a:pt x="235" y="251"/>
                    <a:pt x="241" y="210"/>
                  </a:cubicBezTo>
                  <a:cubicBezTo>
                    <a:pt x="252" y="134"/>
                    <a:pt x="252" y="134"/>
                    <a:pt x="252" y="134"/>
                  </a:cubicBezTo>
                  <a:cubicBezTo>
                    <a:pt x="262" y="63"/>
                    <a:pt x="209" y="0"/>
                    <a:pt x="14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7" name="">
              <a:extLst>
                <a:ext uri="{FF2B5EF4-FFF2-40B4-BE49-F238E27FC236}">
                  <a16:creationId xmlns:a16="http://schemas.microsoft.com/office/drawing/2014/main" id="{E631B69F-1CEF-4E05-A52D-8DA564BCA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486" y="3069681"/>
              <a:ext cx="388579" cy="341786"/>
            </a:xfrm>
            <a:custGeom>
              <a:avLst/>
              <a:gdLst>
                <a:gd name="T0" fmla="*/ 62 w 92"/>
                <a:gd name="T1" fmla="*/ 12 h 81"/>
                <a:gd name="T2" fmla="*/ 83 w 92"/>
                <a:gd name="T3" fmla="*/ 62 h 81"/>
                <a:gd name="T4" fmla="*/ 30 w 92"/>
                <a:gd name="T5" fmla="*/ 69 h 81"/>
                <a:gd name="T6" fmla="*/ 9 w 92"/>
                <a:gd name="T7" fmla="*/ 19 h 81"/>
                <a:gd name="T8" fmla="*/ 62 w 92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1">
                  <a:moveTo>
                    <a:pt x="62" y="12"/>
                  </a:moveTo>
                  <a:cubicBezTo>
                    <a:pt x="83" y="24"/>
                    <a:pt x="92" y="46"/>
                    <a:pt x="83" y="62"/>
                  </a:cubicBezTo>
                  <a:cubicBezTo>
                    <a:pt x="74" y="78"/>
                    <a:pt x="50" y="81"/>
                    <a:pt x="30" y="69"/>
                  </a:cubicBezTo>
                  <a:cubicBezTo>
                    <a:pt x="9" y="57"/>
                    <a:pt x="0" y="35"/>
                    <a:pt x="9" y="19"/>
                  </a:cubicBezTo>
                  <a:cubicBezTo>
                    <a:pt x="17" y="3"/>
                    <a:pt x="42" y="0"/>
                    <a:pt x="62" y="12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18" name="">
              <a:extLst>
                <a:ext uri="{FF2B5EF4-FFF2-40B4-BE49-F238E27FC236}">
                  <a16:creationId xmlns:a16="http://schemas.microsoft.com/office/drawing/2014/main" id="{11B5805D-41C0-4F2D-B32F-E7B637F7A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54" y="3069681"/>
              <a:ext cx="392648" cy="341786"/>
            </a:xfrm>
            <a:custGeom>
              <a:avLst/>
              <a:gdLst>
                <a:gd name="T0" fmla="*/ 30 w 93"/>
                <a:gd name="T1" fmla="*/ 12 h 81"/>
                <a:gd name="T2" fmla="*/ 9 w 93"/>
                <a:gd name="T3" fmla="*/ 62 h 81"/>
                <a:gd name="T4" fmla="*/ 63 w 93"/>
                <a:gd name="T5" fmla="*/ 69 h 81"/>
                <a:gd name="T6" fmla="*/ 84 w 93"/>
                <a:gd name="T7" fmla="*/ 19 h 81"/>
                <a:gd name="T8" fmla="*/ 30 w 93"/>
                <a:gd name="T9" fmla="*/ 1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81">
                  <a:moveTo>
                    <a:pt x="30" y="12"/>
                  </a:moveTo>
                  <a:cubicBezTo>
                    <a:pt x="10" y="24"/>
                    <a:pt x="0" y="46"/>
                    <a:pt x="9" y="62"/>
                  </a:cubicBezTo>
                  <a:cubicBezTo>
                    <a:pt x="18" y="78"/>
                    <a:pt x="42" y="81"/>
                    <a:pt x="63" y="69"/>
                  </a:cubicBezTo>
                  <a:cubicBezTo>
                    <a:pt x="83" y="57"/>
                    <a:pt x="93" y="35"/>
                    <a:pt x="84" y="19"/>
                  </a:cubicBezTo>
                  <a:cubicBezTo>
                    <a:pt x="75" y="3"/>
                    <a:pt x="51" y="0"/>
                    <a:pt x="30" y="12"/>
                  </a:cubicBezTo>
                  <a:close/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19" name="">
              <a:extLst>
                <a:ext uri="{FF2B5EF4-FFF2-40B4-BE49-F238E27FC236}">
                  <a16:creationId xmlns:a16="http://schemas.microsoft.com/office/drawing/2014/main" id="{E0580CE8-8F0D-417D-9C70-E46EC5EF220E}"/>
                </a:ext>
              </a:extLst>
            </p:cNvPr>
            <p:cNvGrpSpPr/>
            <p:nvPr userDrawn="1"/>
          </p:nvGrpSpPr>
          <p:grpSpPr>
            <a:xfrm>
              <a:off x="6262375" y="4744029"/>
              <a:ext cx="734434" cy="651021"/>
              <a:chOff x="4751168" y="4744029"/>
              <a:chExt cx="734434" cy="651021"/>
            </a:xfrm>
          </p:grpSpPr>
          <p:sp>
            <p:nvSpPr>
              <p:cNvPr id="72" name="">
                <a:extLst>
                  <a:ext uri="{FF2B5EF4-FFF2-40B4-BE49-F238E27FC236}">
                    <a16:creationId xmlns:a16="http://schemas.microsoft.com/office/drawing/2014/main" id="{134F52FD-5F48-4EA9-A648-61CB54AF7B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09542" y="4876266"/>
                <a:ext cx="476060" cy="388579"/>
              </a:xfrm>
              <a:custGeom>
                <a:avLst/>
                <a:gdLst>
                  <a:gd name="T0" fmla="*/ 82 w 113"/>
                  <a:gd name="T1" fmla="*/ 92 h 92"/>
                  <a:gd name="T2" fmla="*/ 31 w 113"/>
                  <a:gd name="T3" fmla="*/ 92 h 92"/>
                  <a:gd name="T4" fmla="*/ 0 w 113"/>
                  <a:gd name="T5" fmla="*/ 62 h 92"/>
                  <a:gd name="T6" fmla="*/ 0 w 113"/>
                  <a:gd name="T7" fmla="*/ 30 h 92"/>
                  <a:gd name="T8" fmla="*/ 31 w 113"/>
                  <a:gd name="T9" fmla="*/ 0 h 92"/>
                  <a:gd name="T10" fmla="*/ 82 w 113"/>
                  <a:gd name="T11" fmla="*/ 0 h 92"/>
                  <a:gd name="T12" fmla="*/ 113 w 113"/>
                  <a:gd name="T13" fmla="*/ 30 h 92"/>
                  <a:gd name="T14" fmla="*/ 113 w 113"/>
                  <a:gd name="T15" fmla="*/ 62 h 92"/>
                  <a:gd name="T16" fmla="*/ 82 w 113"/>
                  <a:gd name="T17" fmla="*/ 92 h 92"/>
                  <a:gd name="T18" fmla="*/ 31 w 113"/>
                  <a:gd name="T19" fmla="*/ 15 h 92"/>
                  <a:gd name="T20" fmla="*/ 16 w 113"/>
                  <a:gd name="T21" fmla="*/ 30 h 92"/>
                  <a:gd name="T22" fmla="*/ 16 w 113"/>
                  <a:gd name="T23" fmla="*/ 62 h 92"/>
                  <a:gd name="T24" fmla="*/ 31 w 113"/>
                  <a:gd name="T25" fmla="*/ 77 h 92"/>
                  <a:gd name="T26" fmla="*/ 82 w 113"/>
                  <a:gd name="T27" fmla="*/ 77 h 92"/>
                  <a:gd name="T28" fmla="*/ 97 w 113"/>
                  <a:gd name="T29" fmla="*/ 62 h 92"/>
                  <a:gd name="T30" fmla="*/ 97 w 113"/>
                  <a:gd name="T31" fmla="*/ 30 h 92"/>
                  <a:gd name="T32" fmla="*/ 82 w 113"/>
                  <a:gd name="T33" fmla="*/ 15 h 92"/>
                  <a:gd name="T34" fmla="*/ 31 w 113"/>
                  <a:gd name="T35" fmla="*/ 1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3" h="92">
                    <a:moveTo>
                      <a:pt x="82" y="92"/>
                    </a:moveTo>
                    <a:cubicBezTo>
                      <a:pt x="31" y="92"/>
                      <a:pt x="31" y="92"/>
                      <a:pt x="31" y="92"/>
                    </a:cubicBezTo>
                    <a:cubicBezTo>
                      <a:pt x="14" y="92"/>
                      <a:pt x="0" y="79"/>
                      <a:pt x="0" y="6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1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99" y="0"/>
                      <a:pt x="113" y="13"/>
                      <a:pt x="113" y="30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79"/>
                      <a:pt x="99" y="92"/>
                      <a:pt x="82" y="92"/>
                    </a:cubicBezTo>
                    <a:close/>
                    <a:moveTo>
                      <a:pt x="31" y="15"/>
                    </a:moveTo>
                    <a:cubicBezTo>
                      <a:pt x="23" y="15"/>
                      <a:pt x="16" y="22"/>
                      <a:pt x="16" y="30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6" y="70"/>
                      <a:pt x="23" y="77"/>
                      <a:pt x="31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90" y="77"/>
                      <a:pt x="97" y="70"/>
                      <a:pt x="97" y="62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97" y="22"/>
                      <a:pt x="90" y="15"/>
                      <a:pt x="82" y="15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3" name="">
                <a:extLst>
                  <a:ext uri="{FF2B5EF4-FFF2-40B4-BE49-F238E27FC236}">
                    <a16:creationId xmlns:a16="http://schemas.microsoft.com/office/drawing/2014/main" id="{4E6FAC72-45A1-44E8-B054-8BD985DF7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1168" y="4744029"/>
                <a:ext cx="553368" cy="651021"/>
              </a:xfrm>
              <a:custGeom>
                <a:avLst/>
                <a:gdLst>
                  <a:gd name="T0" fmla="*/ 154 w 272"/>
                  <a:gd name="T1" fmla="*/ 0 h 320"/>
                  <a:gd name="T2" fmla="*/ 118 w 272"/>
                  <a:gd name="T3" fmla="*/ 0 h 320"/>
                  <a:gd name="T4" fmla="*/ 0 w 272"/>
                  <a:gd name="T5" fmla="*/ 0 h 320"/>
                  <a:gd name="T6" fmla="*/ 29 w 272"/>
                  <a:gd name="T7" fmla="*/ 320 h 320"/>
                  <a:gd name="T8" fmla="*/ 118 w 272"/>
                  <a:gd name="T9" fmla="*/ 320 h 320"/>
                  <a:gd name="T10" fmla="*/ 154 w 272"/>
                  <a:gd name="T11" fmla="*/ 320 h 320"/>
                  <a:gd name="T12" fmla="*/ 243 w 272"/>
                  <a:gd name="T13" fmla="*/ 320 h 320"/>
                  <a:gd name="T14" fmla="*/ 272 w 272"/>
                  <a:gd name="T15" fmla="*/ 0 h 320"/>
                  <a:gd name="T16" fmla="*/ 154 w 272"/>
                  <a:gd name="T17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2" h="320">
                    <a:moveTo>
                      <a:pt x="154" y="0"/>
                    </a:moveTo>
                    <a:lnTo>
                      <a:pt x="118" y="0"/>
                    </a:lnTo>
                    <a:lnTo>
                      <a:pt x="0" y="0"/>
                    </a:lnTo>
                    <a:lnTo>
                      <a:pt x="29" y="320"/>
                    </a:lnTo>
                    <a:lnTo>
                      <a:pt x="118" y="320"/>
                    </a:lnTo>
                    <a:lnTo>
                      <a:pt x="154" y="320"/>
                    </a:lnTo>
                    <a:lnTo>
                      <a:pt x="243" y="320"/>
                    </a:lnTo>
                    <a:lnTo>
                      <a:pt x="272" y="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20" name="">
              <a:extLst>
                <a:ext uri="{FF2B5EF4-FFF2-40B4-BE49-F238E27FC236}">
                  <a16:creationId xmlns:a16="http://schemas.microsoft.com/office/drawing/2014/main" id="{A8E41925-B5D4-4309-9DDD-3320F0E17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042" y="4048250"/>
              <a:ext cx="1961203" cy="1350869"/>
            </a:xfrm>
            <a:custGeom>
              <a:avLst/>
              <a:gdLst>
                <a:gd name="T0" fmla="*/ 294 w 464"/>
                <a:gd name="T1" fmla="*/ 0 h 320"/>
                <a:gd name="T2" fmla="*/ 170 w 464"/>
                <a:gd name="T3" fmla="*/ 0 h 320"/>
                <a:gd name="T4" fmla="*/ 34 w 464"/>
                <a:gd name="T5" fmla="*/ 0 h 320"/>
                <a:gd name="T6" fmla="*/ 1 w 464"/>
                <a:gd name="T7" fmla="*/ 35 h 320"/>
                <a:gd name="T8" fmla="*/ 15 w 464"/>
                <a:gd name="T9" fmla="*/ 288 h 320"/>
                <a:gd name="T10" fmla="*/ 49 w 464"/>
                <a:gd name="T11" fmla="*/ 320 h 320"/>
                <a:gd name="T12" fmla="*/ 170 w 464"/>
                <a:gd name="T13" fmla="*/ 320 h 320"/>
                <a:gd name="T14" fmla="*/ 294 w 464"/>
                <a:gd name="T15" fmla="*/ 320 h 320"/>
                <a:gd name="T16" fmla="*/ 416 w 464"/>
                <a:gd name="T17" fmla="*/ 320 h 320"/>
                <a:gd name="T18" fmla="*/ 449 w 464"/>
                <a:gd name="T19" fmla="*/ 288 h 320"/>
                <a:gd name="T20" fmla="*/ 463 w 464"/>
                <a:gd name="T21" fmla="*/ 35 h 320"/>
                <a:gd name="T22" fmla="*/ 430 w 464"/>
                <a:gd name="T23" fmla="*/ 0 h 320"/>
                <a:gd name="T24" fmla="*/ 294 w 464"/>
                <a:gd name="T2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4" h="320">
                  <a:moveTo>
                    <a:pt x="294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6"/>
                    <a:pt x="1" y="35"/>
                  </a:cubicBezTo>
                  <a:cubicBezTo>
                    <a:pt x="15" y="288"/>
                    <a:pt x="15" y="288"/>
                    <a:pt x="15" y="288"/>
                  </a:cubicBezTo>
                  <a:cubicBezTo>
                    <a:pt x="16" y="306"/>
                    <a:pt x="31" y="320"/>
                    <a:pt x="49" y="320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294" y="320"/>
                    <a:pt x="294" y="320"/>
                    <a:pt x="294" y="320"/>
                  </a:cubicBezTo>
                  <a:cubicBezTo>
                    <a:pt x="416" y="320"/>
                    <a:pt x="416" y="320"/>
                    <a:pt x="416" y="320"/>
                  </a:cubicBezTo>
                  <a:cubicBezTo>
                    <a:pt x="433" y="320"/>
                    <a:pt x="448" y="306"/>
                    <a:pt x="449" y="288"/>
                  </a:cubicBezTo>
                  <a:cubicBezTo>
                    <a:pt x="463" y="35"/>
                    <a:pt x="463" y="35"/>
                    <a:pt x="463" y="35"/>
                  </a:cubicBezTo>
                  <a:cubicBezTo>
                    <a:pt x="464" y="16"/>
                    <a:pt x="449" y="0"/>
                    <a:pt x="430" y="0"/>
                  </a:cubicBezTo>
                  <a:cubicBezTo>
                    <a:pt x="294" y="0"/>
                    <a:pt x="294" y="0"/>
                    <a:pt x="294" y="0"/>
                  </a:cubicBezTo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1" name="">
              <a:extLst>
                <a:ext uri="{FF2B5EF4-FFF2-40B4-BE49-F238E27FC236}">
                  <a16:creationId xmlns:a16="http://schemas.microsoft.com/office/drawing/2014/main" id="{065B22A8-7EBA-4101-942C-ECCCA9842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715" y="4479551"/>
              <a:ext cx="345855" cy="3458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74C3F13C-E035-4392-8079-3807BB636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334" y="4575169"/>
              <a:ext cx="152583" cy="152583"/>
            </a:xfrm>
            <a:prstGeom prst="ellipse">
              <a:avLst/>
            </a:prstGeom>
            <a:solidFill>
              <a:srgbClr val="C5D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3" name="">
              <a:extLst>
                <a:ext uri="{FF2B5EF4-FFF2-40B4-BE49-F238E27FC236}">
                  <a16:creationId xmlns:a16="http://schemas.microsoft.com/office/drawing/2014/main" id="{102B3D69-D576-47C9-A584-D93593A9BF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4111" y="4182523"/>
              <a:ext cx="0" cy="14242"/>
            </a:xfrm>
            <a:custGeom>
              <a:avLst/>
              <a:gdLst>
                <a:gd name="T0" fmla="*/ 3 h 3"/>
                <a:gd name="T1" fmla="*/ 3 h 3"/>
                <a:gd name="T2" fmla="*/ 3 h 3"/>
                <a:gd name="T3" fmla="*/ 3 h 3"/>
                <a:gd name="T4" fmla="*/ 3 h 3"/>
                <a:gd name="T5" fmla="*/ 3 h 3"/>
                <a:gd name="T6" fmla="*/ 3 h 3"/>
                <a:gd name="T7" fmla="*/ 3 h 3"/>
                <a:gd name="T8" fmla="*/ 3 h 3"/>
                <a:gd name="T9" fmla="*/ 2 h 3"/>
                <a:gd name="T10" fmla="*/ 3 h 3"/>
                <a:gd name="T11" fmla="*/ 2 h 3"/>
                <a:gd name="T12" fmla="*/ 2 h 3"/>
                <a:gd name="T13" fmla="*/ 2 h 3"/>
                <a:gd name="T14" fmla="*/ 2 h 3"/>
                <a:gd name="T15" fmla="*/ 2 h 3"/>
                <a:gd name="T16" fmla="*/ 2 h 3"/>
                <a:gd name="T17" fmla="*/ 2 h 3"/>
                <a:gd name="T18" fmla="*/ 2 h 3"/>
                <a:gd name="T19" fmla="*/ 2 h 3"/>
                <a:gd name="T20" fmla="*/ 2 h 3"/>
                <a:gd name="T21" fmla="*/ 2 h 3"/>
                <a:gd name="T22" fmla="*/ 2 h 3"/>
                <a:gd name="T23" fmla="*/ 2 h 3"/>
                <a:gd name="T24" fmla="*/ 1 h 3"/>
                <a:gd name="T25" fmla="*/ 1 h 3"/>
                <a:gd name="T26" fmla="*/ 1 h 3"/>
                <a:gd name="T27" fmla="*/ 1 h 3"/>
                <a:gd name="T28" fmla="*/ 1 h 3"/>
                <a:gd name="T29" fmla="*/ 1 h 3"/>
                <a:gd name="T30" fmla="*/ 1 h 3"/>
                <a:gd name="T31" fmla="*/ 1 h 3"/>
                <a:gd name="T32" fmla="*/ 1 h 3"/>
                <a:gd name="T33" fmla="*/ 1 h 3"/>
                <a:gd name="T34" fmla="*/ 1 h 3"/>
                <a:gd name="T35" fmla="*/ 1 h 3"/>
                <a:gd name="T36" fmla="*/ 1 h 3"/>
                <a:gd name="T37" fmla="*/ 1 h 3"/>
                <a:gd name="T38" fmla="*/ 1 h 3"/>
                <a:gd name="T39" fmla="*/ 0 h 3"/>
                <a:gd name="T40" fmla="*/ 0 h 3"/>
                <a:gd name="T41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  <a:cxn ang="0">
                  <a:pos x="0" y="T21"/>
                </a:cxn>
                <a:cxn ang="0">
                  <a:pos x="0" y="T22"/>
                </a:cxn>
                <a:cxn ang="0">
                  <a:pos x="0" y="T23"/>
                </a:cxn>
                <a:cxn ang="0">
                  <a:pos x="0" y="T24"/>
                </a:cxn>
                <a:cxn ang="0">
                  <a:pos x="0" y="T25"/>
                </a:cxn>
                <a:cxn ang="0">
                  <a:pos x="0" y="T26"/>
                </a:cxn>
                <a:cxn ang="0">
                  <a:pos x="0" y="T27"/>
                </a:cxn>
                <a:cxn ang="0">
                  <a:pos x="0" y="T28"/>
                </a:cxn>
                <a:cxn ang="0">
                  <a:pos x="0" y="T29"/>
                </a:cxn>
                <a:cxn ang="0">
                  <a:pos x="0" y="T30"/>
                </a:cxn>
                <a:cxn ang="0">
                  <a:pos x="0" y="T31"/>
                </a:cxn>
                <a:cxn ang="0">
                  <a:pos x="0" y="T32"/>
                </a:cxn>
                <a:cxn ang="0">
                  <a:pos x="0" y="T33"/>
                </a:cxn>
                <a:cxn ang="0">
                  <a:pos x="0" y="T34"/>
                </a:cxn>
                <a:cxn ang="0">
                  <a:pos x="0" y="T35"/>
                </a:cxn>
                <a:cxn ang="0">
                  <a:pos x="0" y="T36"/>
                </a:cxn>
                <a:cxn ang="0">
                  <a:pos x="0" y="T37"/>
                </a:cxn>
                <a:cxn ang="0">
                  <a:pos x="0" y="T38"/>
                </a:cxn>
                <a:cxn ang="0">
                  <a:pos x="0" y="T39"/>
                </a:cxn>
                <a:cxn ang="0">
                  <a:pos x="0" y="T40"/>
                </a:cxn>
                <a:cxn ang="0">
                  <a:pos x="0" y="T41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4" name="">
              <a:extLst>
                <a:ext uri="{FF2B5EF4-FFF2-40B4-BE49-F238E27FC236}">
                  <a16:creationId xmlns:a16="http://schemas.microsoft.com/office/drawing/2014/main" id="{ACC575F1-91FD-4A69-9E7D-17ACB7E87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111" y="4048250"/>
              <a:ext cx="1906274" cy="1350869"/>
            </a:xfrm>
            <a:custGeom>
              <a:avLst/>
              <a:gdLst>
                <a:gd name="T0" fmla="*/ 30 w 451"/>
                <a:gd name="T1" fmla="*/ 0 h 320"/>
                <a:gd name="T2" fmla="*/ 0 w 451"/>
                <a:gd name="T3" fmla="*/ 32 h 320"/>
                <a:gd name="T4" fmla="*/ 0 w 451"/>
                <a:gd name="T5" fmla="*/ 32 h 320"/>
                <a:gd name="T6" fmla="*/ 0 w 451"/>
                <a:gd name="T7" fmla="*/ 33 h 320"/>
                <a:gd name="T8" fmla="*/ 0 w 451"/>
                <a:gd name="T9" fmla="*/ 33 h 320"/>
                <a:gd name="T10" fmla="*/ 0 w 451"/>
                <a:gd name="T11" fmla="*/ 33 h 320"/>
                <a:gd name="T12" fmla="*/ 0 w 451"/>
                <a:gd name="T13" fmla="*/ 33 h 320"/>
                <a:gd name="T14" fmla="*/ 0 w 451"/>
                <a:gd name="T15" fmla="*/ 33 h 320"/>
                <a:gd name="T16" fmla="*/ 0 w 451"/>
                <a:gd name="T17" fmla="*/ 33 h 320"/>
                <a:gd name="T18" fmla="*/ 0 w 451"/>
                <a:gd name="T19" fmla="*/ 33 h 320"/>
                <a:gd name="T20" fmla="*/ 0 w 451"/>
                <a:gd name="T21" fmla="*/ 33 h 320"/>
                <a:gd name="T22" fmla="*/ 0 w 451"/>
                <a:gd name="T23" fmla="*/ 33 h 320"/>
                <a:gd name="T24" fmla="*/ 0 w 451"/>
                <a:gd name="T25" fmla="*/ 33 h 320"/>
                <a:gd name="T26" fmla="*/ 0 w 451"/>
                <a:gd name="T27" fmla="*/ 34 h 320"/>
                <a:gd name="T28" fmla="*/ 0 w 451"/>
                <a:gd name="T29" fmla="*/ 34 h 320"/>
                <a:gd name="T30" fmla="*/ 0 w 451"/>
                <a:gd name="T31" fmla="*/ 34 h 320"/>
                <a:gd name="T32" fmla="*/ 0 w 451"/>
                <a:gd name="T33" fmla="*/ 34 h 320"/>
                <a:gd name="T34" fmla="*/ 0 w 451"/>
                <a:gd name="T35" fmla="*/ 34 h 320"/>
                <a:gd name="T36" fmla="*/ 0 w 451"/>
                <a:gd name="T37" fmla="*/ 34 h 320"/>
                <a:gd name="T38" fmla="*/ 0 w 451"/>
                <a:gd name="T39" fmla="*/ 34 h 320"/>
                <a:gd name="T40" fmla="*/ 0 w 451"/>
                <a:gd name="T41" fmla="*/ 34 h 320"/>
                <a:gd name="T42" fmla="*/ 0 w 451"/>
                <a:gd name="T43" fmla="*/ 34 h 320"/>
                <a:gd name="T44" fmla="*/ 0 w 451"/>
                <a:gd name="T45" fmla="*/ 35 h 320"/>
                <a:gd name="T46" fmla="*/ 0 w 451"/>
                <a:gd name="T47" fmla="*/ 35 h 320"/>
                <a:gd name="T48" fmla="*/ 0 w 451"/>
                <a:gd name="T49" fmla="*/ 35 h 320"/>
                <a:gd name="T50" fmla="*/ 0 w 451"/>
                <a:gd name="T51" fmla="*/ 35 h 320"/>
                <a:gd name="T52" fmla="*/ 0 w 451"/>
                <a:gd name="T53" fmla="*/ 35 h 320"/>
                <a:gd name="T54" fmla="*/ 0 w 451"/>
                <a:gd name="T55" fmla="*/ 35 h 320"/>
                <a:gd name="T56" fmla="*/ 0 w 451"/>
                <a:gd name="T57" fmla="*/ 35 h 320"/>
                <a:gd name="T58" fmla="*/ 0 w 451"/>
                <a:gd name="T59" fmla="*/ 35 h 320"/>
                <a:gd name="T60" fmla="*/ 14 w 451"/>
                <a:gd name="T61" fmla="*/ 288 h 320"/>
                <a:gd name="T62" fmla="*/ 48 w 451"/>
                <a:gd name="T63" fmla="*/ 320 h 320"/>
                <a:gd name="T64" fmla="*/ 169 w 451"/>
                <a:gd name="T65" fmla="*/ 320 h 320"/>
                <a:gd name="T66" fmla="*/ 293 w 451"/>
                <a:gd name="T67" fmla="*/ 320 h 320"/>
                <a:gd name="T68" fmla="*/ 415 w 451"/>
                <a:gd name="T69" fmla="*/ 320 h 320"/>
                <a:gd name="T70" fmla="*/ 448 w 451"/>
                <a:gd name="T71" fmla="*/ 288 h 320"/>
                <a:gd name="T72" fmla="*/ 451 w 451"/>
                <a:gd name="T73" fmla="*/ 233 h 320"/>
                <a:gd name="T74" fmla="*/ 355 w 451"/>
                <a:gd name="T75" fmla="*/ 196 h 320"/>
                <a:gd name="T76" fmla="*/ 256 w 451"/>
                <a:gd name="T77" fmla="*/ 175 h 320"/>
                <a:gd name="T78" fmla="*/ 231 w 451"/>
                <a:gd name="T79" fmla="*/ 184 h 320"/>
                <a:gd name="T80" fmla="*/ 194 w 451"/>
                <a:gd name="T81" fmla="*/ 160 h 320"/>
                <a:gd name="T82" fmla="*/ 193 w 451"/>
                <a:gd name="T83" fmla="*/ 160 h 320"/>
                <a:gd name="T84" fmla="*/ 105 w 451"/>
                <a:gd name="T85" fmla="*/ 121 h 320"/>
                <a:gd name="T86" fmla="*/ 32 w 451"/>
                <a:gd name="T87" fmla="*/ 9 h 320"/>
                <a:gd name="T88" fmla="*/ 30 w 451"/>
                <a:gd name="T89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51" h="320">
                  <a:moveTo>
                    <a:pt x="30" y="0"/>
                  </a:moveTo>
                  <a:cubicBezTo>
                    <a:pt x="14" y="2"/>
                    <a:pt x="1" y="16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4" y="288"/>
                    <a:pt x="14" y="288"/>
                    <a:pt x="14" y="288"/>
                  </a:cubicBezTo>
                  <a:cubicBezTo>
                    <a:pt x="15" y="306"/>
                    <a:pt x="30" y="320"/>
                    <a:pt x="48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293" y="320"/>
                    <a:pt x="293" y="320"/>
                    <a:pt x="293" y="320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2" y="320"/>
                    <a:pt x="447" y="306"/>
                    <a:pt x="448" y="288"/>
                  </a:cubicBezTo>
                  <a:cubicBezTo>
                    <a:pt x="451" y="233"/>
                    <a:pt x="451" y="233"/>
                    <a:pt x="451" y="233"/>
                  </a:cubicBezTo>
                  <a:cubicBezTo>
                    <a:pt x="421" y="217"/>
                    <a:pt x="388" y="205"/>
                    <a:pt x="355" y="196"/>
                  </a:cubicBezTo>
                  <a:cubicBezTo>
                    <a:pt x="322" y="188"/>
                    <a:pt x="289" y="181"/>
                    <a:pt x="256" y="175"/>
                  </a:cubicBezTo>
                  <a:cubicBezTo>
                    <a:pt x="249" y="180"/>
                    <a:pt x="241" y="184"/>
                    <a:pt x="231" y="184"/>
                  </a:cubicBezTo>
                  <a:cubicBezTo>
                    <a:pt x="215" y="184"/>
                    <a:pt x="201" y="174"/>
                    <a:pt x="194" y="160"/>
                  </a:cubicBezTo>
                  <a:cubicBezTo>
                    <a:pt x="194" y="160"/>
                    <a:pt x="194" y="160"/>
                    <a:pt x="193" y="160"/>
                  </a:cubicBezTo>
                  <a:cubicBezTo>
                    <a:pt x="162" y="151"/>
                    <a:pt x="131" y="140"/>
                    <a:pt x="105" y="121"/>
                  </a:cubicBezTo>
                  <a:cubicBezTo>
                    <a:pt x="68" y="95"/>
                    <a:pt x="41" y="54"/>
                    <a:pt x="32" y="9"/>
                  </a:cubicBezTo>
                  <a:cubicBezTo>
                    <a:pt x="31" y="6"/>
                    <a:pt x="31" y="3"/>
                    <a:pt x="30" y="0"/>
                  </a:cubicBez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5" name="">
              <a:extLst>
                <a:ext uri="{FF2B5EF4-FFF2-40B4-BE49-F238E27FC236}">
                  <a16:creationId xmlns:a16="http://schemas.microsoft.com/office/drawing/2014/main" id="{D84BCFDA-0DDB-485D-8178-B2A6E7B54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990" y="4723684"/>
              <a:ext cx="262444" cy="101722"/>
            </a:xfrm>
            <a:custGeom>
              <a:avLst/>
              <a:gdLst>
                <a:gd name="T0" fmla="*/ 0 w 62"/>
                <a:gd name="T1" fmla="*/ 0 h 24"/>
                <a:gd name="T2" fmla="*/ 37 w 62"/>
                <a:gd name="T3" fmla="*/ 24 h 24"/>
                <a:gd name="T4" fmla="*/ 62 w 62"/>
                <a:gd name="T5" fmla="*/ 15 h 24"/>
                <a:gd name="T6" fmla="*/ 0 w 62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24">
                  <a:moveTo>
                    <a:pt x="0" y="0"/>
                  </a:moveTo>
                  <a:cubicBezTo>
                    <a:pt x="7" y="14"/>
                    <a:pt x="21" y="24"/>
                    <a:pt x="37" y="24"/>
                  </a:cubicBezTo>
                  <a:cubicBezTo>
                    <a:pt x="47" y="24"/>
                    <a:pt x="55" y="20"/>
                    <a:pt x="62" y="15"/>
                  </a:cubicBezTo>
                  <a:cubicBezTo>
                    <a:pt x="42" y="10"/>
                    <a:pt x="21" y="6"/>
                    <a:pt x="0" y="0"/>
                  </a:cubicBezTo>
                </a:path>
              </a:pathLst>
            </a:custGeom>
            <a:solidFill>
              <a:srgbClr val="F3F8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6" name="">
              <a:extLst>
                <a:ext uri="{FF2B5EF4-FFF2-40B4-BE49-F238E27FC236}">
                  <a16:creationId xmlns:a16="http://schemas.microsoft.com/office/drawing/2014/main" id="{E44FFD53-C7ED-496F-8B49-995E2E7AE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902" y="5285191"/>
              <a:ext cx="1863550" cy="113928"/>
            </a:xfrm>
            <a:custGeom>
              <a:avLst/>
              <a:gdLst>
                <a:gd name="T0" fmla="*/ 433 w 441"/>
                <a:gd name="T1" fmla="*/ 27 h 27"/>
                <a:gd name="T2" fmla="*/ 7 w 441"/>
                <a:gd name="T3" fmla="*/ 27 h 27"/>
                <a:gd name="T4" fmla="*/ 0 w 441"/>
                <a:gd name="T5" fmla="*/ 20 h 27"/>
                <a:gd name="T6" fmla="*/ 0 w 441"/>
                <a:gd name="T7" fmla="*/ 7 h 27"/>
                <a:gd name="T8" fmla="*/ 7 w 441"/>
                <a:gd name="T9" fmla="*/ 0 h 27"/>
                <a:gd name="T10" fmla="*/ 433 w 441"/>
                <a:gd name="T11" fmla="*/ 0 h 27"/>
                <a:gd name="T12" fmla="*/ 441 w 441"/>
                <a:gd name="T13" fmla="*/ 7 h 27"/>
                <a:gd name="T14" fmla="*/ 441 w 441"/>
                <a:gd name="T15" fmla="*/ 20 h 27"/>
                <a:gd name="T16" fmla="*/ 433 w 441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1" h="27">
                  <a:moveTo>
                    <a:pt x="433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3" y="27"/>
                    <a:pt x="0" y="24"/>
                    <a:pt x="0" y="2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433" y="0"/>
                    <a:pt x="433" y="0"/>
                    <a:pt x="433" y="0"/>
                  </a:cubicBezTo>
                  <a:cubicBezTo>
                    <a:pt x="437" y="0"/>
                    <a:pt x="441" y="3"/>
                    <a:pt x="441" y="7"/>
                  </a:cubicBezTo>
                  <a:cubicBezTo>
                    <a:pt x="441" y="20"/>
                    <a:pt x="441" y="20"/>
                    <a:pt x="441" y="20"/>
                  </a:cubicBezTo>
                  <a:cubicBezTo>
                    <a:pt x="441" y="24"/>
                    <a:pt x="437" y="27"/>
                    <a:pt x="433" y="27"/>
                  </a:cubicBezTo>
                  <a:close/>
                </a:path>
              </a:pathLst>
            </a:custGeom>
            <a:solidFill>
              <a:srgbClr val="B0C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grpSp>
          <p:nvGrpSpPr>
            <p:cNvPr id="27" name="">
              <a:extLst>
                <a:ext uri="{FF2B5EF4-FFF2-40B4-BE49-F238E27FC236}">
                  <a16:creationId xmlns:a16="http://schemas.microsoft.com/office/drawing/2014/main" id="{CDD3BF02-F2C0-4EAA-9998-A0F2E33040A3}"/>
                </a:ext>
              </a:extLst>
            </p:cNvPr>
            <p:cNvGrpSpPr/>
            <p:nvPr userDrawn="1"/>
          </p:nvGrpSpPr>
          <p:grpSpPr>
            <a:xfrm>
              <a:off x="4650618" y="4512102"/>
              <a:ext cx="1424111" cy="882948"/>
              <a:chOff x="-251526" y="4512102"/>
              <a:chExt cx="1424111" cy="882948"/>
            </a:xfrm>
          </p:grpSpPr>
          <p:sp>
            <p:nvSpPr>
              <p:cNvPr id="54" name="">
                <a:extLst>
                  <a:ext uri="{FF2B5EF4-FFF2-40B4-BE49-F238E27FC236}">
                    <a16:creationId xmlns:a16="http://schemas.microsoft.com/office/drawing/2014/main" id="{C64EC1EB-08A1-4072-BD28-1B1EDD272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301097"/>
              </a:xfrm>
              <a:custGeom>
                <a:avLst/>
                <a:gdLst>
                  <a:gd name="T0" fmla="*/ 273 w 294"/>
                  <a:gd name="T1" fmla="*/ 71 h 71"/>
                  <a:gd name="T2" fmla="*/ 0 w 294"/>
                  <a:gd name="T3" fmla="*/ 71 h 71"/>
                  <a:gd name="T4" fmla="*/ 0 w 294"/>
                  <a:gd name="T5" fmla="*/ 0 h 71"/>
                  <a:gd name="T6" fmla="*/ 273 w 294"/>
                  <a:gd name="T7" fmla="*/ 0 h 71"/>
                  <a:gd name="T8" fmla="*/ 294 w 294"/>
                  <a:gd name="T9" fmla="*/ 21 h 71"/>
                  <a:gd name="T10" fmla="*/ 294 w 294"/>
                  <a:gd name="T11" fmla="*/ 50 h 71"/>
                  <a:gd name="T12" fmla="*/ 273 w 29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4" h="71">
                    <a:moveTo>
                      <a:pt x="273" y="71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85" y="0"/>
                      <a:pt x="294" y="9"/>
                      <a:pt x="294" y="21"/>
                    </a:cubicBezTo>
                    <a:cubicBezTo>
                      <a:pt x="294" y="50"/>
                      <a:pt x="294" y="50"/>
                      <a:pt x="294" y="50"/>
                    </a:cubicBezTo>
                    <a:cubicBezTo>
                      <a:pt x="294" y="62"/>
                      <a:pt x="285" y="71"/>
                      <a:pt x="273" y="7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5" name="">
                <a:extLst>
                  <a:ext uri="{FF2B5EF4-FFF2-40B4-BE49-F238E27FC236}">
                    <a16:creationId xmlns:a16="http://schemas.microsoft.com/office/drawing/2014/main" id="{4E27CB4F-6E5A-4244-9204-47F2C5DA0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90805" y="5073608"/>
                <a:ext cx="1243045" cy="227858"/>
              </a:xfrm>
              <a:custGeom>
                <a:avLst/>
                <a:gdLst>
                  <a:gd name="T0" fmla="*/ 259 w 294"/>
                  <a:gd name="T1" fmla="*/ 0 h 54"/>
                  <a:gd name="T2" fmla="*/ 0 w 294"/>
                  <a:gd name="T3" fmla="*/ 0 h 54"/>
                  <a:gd name="T4" fmla="*/ 0 w 294"/>
                  <a:gd name="T5" fmla="*/ 10 h 54"/>
                  <a:gd name="T6" fmla="*/ 255 w 294"/>
                  <a:gd name="T7" fmla="*/ 10 h 54"/>
                  <a:gd name="T8" fmla="*/ 290 w 294"/>
                  <a:gd name="T9" fmla="*/ 45 h 54"/>
                  <a:gd name="T10" fmla="*/ 289 w 294"/>
                  <a:gd name="T11" fmla="*/ 54 h 54"/>
                  <a:gd name="T12" fmla="*/ 294 w 294"/>
                  <a:gd name="T13" fmla="*/ 35 h 54"/>
                  <a:gd name="T14" fmla="*/ 294 w 294"/>
                  <a:gd name="T15" fmla="*/ 35 h 54"/>
                  <a:gd name="T16" fmla="*/ 259 w 29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4" h="54">
                    <a:moveTo>
                      <a:pt x="25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55" y="10"/>
                      <a:pt x="255" y="10"/>
                      <a:pt x="255" y="10"/>
                    </a:cubicBezTo>
                    <a:cubicBezTo>
                      <a:pt x="274" y="10"/>
                      <a:pt x="290" y="26"/>
                      <a:pt x="290" y="45"/>
                    </a:cubicBezTo>
                    <a:cubicBezTo>
                      <a:pt x="290" y="48"/>
                      <a:pt x="290" y="51"/>
                      <a:pt x="289" y="54"/>
                    </a:cubicBezTo>
                    <a:cubicBezTo>
                      <a:pt x="292" y="49"/>
                      <a:pt x="294" y="42"/>
                      <a:pt x="294" y="35"/>
                    </a:cubicBezTo>
                    <a:cubicBezTo>
                      <a:pt x="294" y="35"/>
                      <a:pt x="294" y="35"/>
                      <a:pt x="294" y="35"/>
                    </a:cubicBezTo>
                    <a:cubicBezTo>
                      <a:pt x="294" y="16"/>
                      <a:pt x="278" y="0"/>
                      <a:pt x="259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6" name="">
                <a:extLst>
                  <a:ext uri="{FF2B5EF4-FFF2-40B4-BE49-F238E27FC236}">
                    <a16:creationId xmlns:a16="http://schemas.microsoft.com/office/drawing/2014/main" id="{D65D2DD2-5B10-4730-8376-040771A81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9287" y="5053264"/>
                <a:ext cx="1291872" cy="341786"/>
              </a:xfrm>
              <a:custGeom>
                <a:avLst/>
                <a:gdLst>
                  <a:gd name="T0" fmla="*/ 266 w 306"/>
                  <a:gd name="T1" fmla="*/ 0 h 81"/>
                  <a:gd name="T2" fmla="*/ 0 w 306"/>
                  <a:gd name="T3" fmla="*/ 0 h 81"/>
                  <a:gd name="T4" fmla="*/ 0 w 306"/>
                  <a:gd name="T5" fmla="*/ 10 h 81"/>
                  <a:gd name="T6" fmla="*/ 266 w 306"/>
                  <a:gd name="T7" fmla="*/ 10 h 81"/>
                  <a:gd name="T8" fmla="*/ 296 w 306"/>
                  <a:gd name="T9" fmla="*/ 40 h 81"/>
                  <a:gd name="T10" fmla="*/ 266 w 306"/>
                  <a:gd name="T11" fmla="*/ 71 h 81"/>
                  <a:gd name="T12" fmla="*/ 0 w 306"/>
                  <a:gd name="T13" fmla="*/ 71 h 81"/>
                  <a:gd name="T14" fmla="*/ 0 w 306"/>
                  <a:gd name="T15" fmla="*/ 81 h 81"/>
                  <a:gd name="T16" fmla="*/ 266 w 306"/>
                  <a:gd name="T17" fmla="*/ 81 h 81"/>
                  <a:gd name="T18" fmla="*/ 306 w 306"/>
                  <a:gd name="T19" fmla="*/ 40 h 81"/>
                  <a:gd name="T20" fmla="*/ 266 w 306"/>
                  <a:gd name="T2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6" h="81">
                    <a:moveTo>
                      <a:pt x="26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83" y="10"/>
                      <a:pt x="296" y="24"/>
                      <a:pt x="296" y="40"/>
                    </a:cubicBezTo>
                    <a:cubicBezTo>
                      <a:pt x="296" y="57"/>
                      <a:pt x="283" y="71"/>
                      <a:pt x="266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266" y="81"/>
                      <a:pt x="266" y="81"/>
                      <a:pt x="266" y="81"/>
                    </a:cubicBezTo>
                    <a:cubicBezTo>
                      <a:pt x="288" y="81"/>
                      <a:pt x="306" y="63"/>
                      <a:pt x="306" y="40"/>
                    </a:cubicBezTo>
                    <a:cubicBezTo>
                      <a:pt x="306" y="18"/>
                      <a:pt x="288" y="0"/>
                      <a:pt x="2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7" name="">
                <a:extLst>
                  <a:ext uri="{FF2B5EF4-FFF2-40B4-BE49-F238E27FC236}">
                    <a16:creationId xmlns:a16="http://schemas.microsoft.com/office/drawing/2014/main" id="{4CD30C79-4C46-425D-A53B-BE18234EB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154986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2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2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8" name="">
                <a:extLst>
                  <a:ext uri="{FF2B5EF4-FFF2-40B4-BE49-F238E27FC236}">
                    <a16:creationId xmlns:a16="http://schemas.microsoft.com/office/drawing/2014/main" id="{03209568-9F96-4406-BA75-E957D04FE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18052"/>
                <a:ext cx="1015188" cy="12207"/>
              </a:xfrm>
              <a:custGeom>
                <a:avLst/>
                <a:gdLst>
                  <a:gd name="T0" fmla="*/ 238 w 240"/>
                  <a:gd name="T1" fmla="*/ 3 h 3"/>
                  <a:gd name="T2" fmla="*/ 2 w 240"/>
                  <a:gd name="T3" fmla="*/ 3 h 3"/>
                  <a:gd name="T4" fmla="*/ 0 w 240"/>
                  <a:gd name="T5" fmla="*/ 1 h 3"/>
                  <a:gd name="T6" fmla="*/ 2 w 240"/>
                  <a:gd name="T7" fmla="*/ 0 h 3"/>
                  <a:gd name="T8" fmla="*/ 238 w 240"/>
                  <a:gd name="T9" fmla="*/ 0 h 3"/>
                  <a:gd name="T10" fmla="*/ 240 w 240"/>
                  <a:gd name="T11" fmla="*/ 1 h 3"/>
                  <a:gd name="T12" fmla="*/ 238 w 240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3">
                    <a:moveTo>
                      <a:pt x="238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0"/>
                      <a:pt x="240" y="1"/>
                    </a:cubicBezTo>
                    <a:cubicBezTo>
                      <a:pt x="240" y="2"/>
                      <a:pt x="239" y="3"/>
                      <a:pt x="23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59" name="">
                <a:extLst>
                  <a:ext uri="{FF2B5EF4-FFF2-40B4-BE49-F238E27FC236}">
                    <a16:creationId xmlns:a16="http://schemas.microsoft.com/office/drawing/2014/main" id="{2FCCF6E9-5933-4464-8960-A2AA0A9BC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807" y="5277053"/>
                <a:ext cx="1015188" cy="16275"/>
              </a:xfrm>
              <a:custGeom>
                <a:avLst/>
                <a:gdLst>
                  <a:gd name="T0" fmla="*/ 238 w 240"/>
                  <a:gd name="T1" fmla="*/ 4 h 4"/>
                  <a:gd name="T2" fmla="*/ 2 w 240"/>
                  <a:gd name="T3" fmla="*/ 4 h 4"/>
                  <a:gd name="T4" fmla="*/ 0 w 240"/>
                  <a:gd name="T5" fmla="*/ 2 h 4"/>
                  <a:gd name="T6" fmla="*/ 2 w 240"/>
                  <a:gd name="T7" fmla="*/ 0 h 4"/>
                  <a:gd name="T8" fmla="*/ 238 w 240"/>
                  <a:gd name="T9" fmla="*/ 0 h 4"/>
                  <a:gd name="T10" fmla="*/ 240 w 240"/>
                  <a:gd name="T11" fmla="*/ 2 h 4"/>
                  <a:gd name="T12" fmla="*/ 238 w 240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4">
                    <a:moveTo>
                      <a:pt x="238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9" y="0"/>
                      <a:pt x="240" y="1"/>
                      <a:pt x="240" y="2"/>
                    </a:cubicBezTo>
                    <a:cubicBezTo>
                      <a:pt x="240" y="3"/>
                      <a:pt x="239" y="4"/>
                      <a:pt x="23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0" name="">
                <a:extLst>
                  <a:ext uri="{FF2B5EF4-FFF2-40B4-BE49-F238E27FC236}">
                    <a16:creationId xmlns:a16="http://schemas.microsoft.com/office/drawing/2014/main" id="{0BA26A2A-9EDA-46F4-BD42-ACFFD1CA1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260409"/>
              </a:xfrm>
              <a:custGeom>
                <a:avLst/>
                <a:gdLst>
                  <a:gd name="T0" fmla="*/ 210 w 228"/>
                  <a:gd name="T1" fmla="*/ 62 h 62"/>
                  <a:gd name="T2" fmla="*/ 0 w 228"/>
                  <a:gd name="T3" fmla="*/ 62 h 62"/>
                  <a:gd name="T4" fmla="*/ 0 w 228"/>
                  <a:gd name="T5" fmla="*/ 0 h 62"/>
                  <a:gd name="T6" fmla="*/ 210 w 228"/>
                  <a:gd name="T7" fmla="*/ 0 h 62"/>
                  <a:gd name="T8" fmla="*/ 228 w 228"/>
                  <a:gd name="T9" fmla="*/ 19 h 62"/>
                  <a:gd name="T10" fmla="*/ 228 w 228"/>
                  <a:gd name="T11" fmla="*/ 44 h 62"/>
                  <a:gd name="T12" fmla="*/ 210 w 228"/>
                  <a:gd name="T13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8" h="62">
                    <a:moveTo>
                      <a:pt x="210" y="62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20" y="0"/>
                      <a:pt x="228" y="9"/>
                      <a:pt x="228" y="19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8" y="54"/>
                      <a:pt x="220" y="62"/>
                      <a:pt x="210" y="62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1" name="">
                <a:extLst>
                  <a:ext uri="{FF2B5EF4-FFF2-40B4-BE49-F238E27FC236}">
                    <a16:creationId xmlns:a16="http://schemas.microsoft.com/office/drawing/2014/main" id="{8D8D6DC6-6BD6-45A8-A410-AB832144B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3" y="4530411"/>
                <a:ext cx="964325" cy="197342"/>
              </a:xfrm>
              <a:custGeom>
                <a:avLst/>
                <a:gdLst>
                  <a:gd name="T0" fmla="*/ 197 w 228"/>
                  <a:gd name="T1" fmla="*/ 0 h 47"/>
                  <a:gd name="T2" fmla="*/ 0 w 228"/>
                  <a:gd name="T3" fmla="*/ 0 h 47"/>
                  <a:gd name="T4" fmla="*/ 0 w 228"/>
                  <a:gd name="T5" fmla="*/ 9 h 47"/>
                  <a:gd name="T6" fmla="*/ 194 w 228"/>
                  <a:gd name="T7" fmla="*/ 9 h 47"/>
                  <a:gd name="T8" fmla="*/ 225 w 228"/>
                  <a:gd name="T9" fmla="*/ 40 h 47"/>
                  <a:gd name="T10" fmla="*/ 224 w 228"/>
                  <a:gd name="T11" fmla="*/ 47 h 47"/>
                  <a:gd name="T12" fmla="*/ 228 w 228"/>
                  <a:gd name="T13" fmla="*/ 31 h 47"/>
                  <a:gd name="T14" fmla="*/ 228 w 228"/>
                  <a:gd name="T15" fmla="*/ 31 h 47"/>
                  <a:gd name="T16" fmla="*/ 197 w 228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8" h="47">
                    <a:moveTo>
                      <a:pt x="19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211" y="9"/>
                      <a:pt x="225" y="23"/>
                      <a:pt x="225" y="40"/>
                    </a:cubicBezTo>
                    <a:cubicBezTo>
                      <a:pt x="225" y="43"/>
                      <a:pt x="224" y="45"/>
                      <a:pt x="224" y="47"/>
                    </a:cubicBezTo>
                    <a:cubicBezTo>
                      <a:pt x="226" y="43"/>
                      <a:pt x="228" y="37"/>
                      <a:pt x="228" y="31"/>
                    </a:cubicBezTo>
                    <a:cubicBezTo>
                      <a:pt x="228" y="31"/>
                      <a:pt x="228" y="31"/>
                      <a:pt x="228" y="31"/>
                    </a:cubicBezTo>
                    <a:cubicBezTo>
                      <a:pt x="228" y="14"/>
                      <a:pt x="214" y="0"/>
                      <a:pt x="197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2" name="">
                <a:extLst>
                  <a:ext uri="{FF2B5EF4-FFF2-40B4-BE49-F238E27FC236}">
                    <a16:creationId xmlns:a16="http://schemas.microsoft.com/office/drawing/2014/main" id="{A3D4E468-C849-4783-BC8C-01AD079A1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90" y="4512102"/>
                <a:ext cx="1009084" cy="301097"/>
              </a:xfrm>
              <a:custGeom>
                <a:avLst/>
                <a:gdLst>
                  <a:gd name="T0" fmla="*/ 203 w 239"/>
                  <a:gd name="T1" fmla="*/ 0 h 71"/>
                  <a:gd name="T2" fmla="*/ 0 w 239"/>
                  <a:gd name="T3" fmla="*/ 0 h 71"/>
                  <a:gd name="T4" fmla="*/ 0 w 239"/>
                  <a:gd name="T5" fmla="*/ 9 h 71"/>
                  <a:gd name="T6" fmla="*/ 203 w 239"/>
                  <a:gd name="T7" fmla="*/ 9 h 71"/>
                  <a:gd name="T8" fmla="*/ 230 w 239"/>
                  <a:gd name="T9" fmla="*/ 35 h 71"/>
                  <a:gd name="T10" fmla="*/ 203 w 239"/>
                  <a:gd name="T11" fmla="*/ 62 h 71"/>
                  <a:gd name="T12" fmla="*/ 0 w 239"/>
                  <a:gd name="T13" fmla="*/ 62 h 71"/>
                  <a:gd name="T14" fmla="*/ 0 w 239"/>
                  <a:gd name="T15" fmla="*/ 71 h 71"/>
                  <a:gd name="T16" fmla="*/ 203 w 239"/>
                  <a:gd name="T17" fmla="*/ 71 h 71"/>
                  <a:gd name="T18" fmla="*/ 239 w 239"/>
                  <a:gd name="T19" fmla="*/ 35 h 71"/>
                  <a:gd name="T20" fmla="*/ 203 w 239"/>
                  <a:gd name="T2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9" h="71">
                    <a:moveTo>
                      <a:pt x="20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03" y="9"/>
                      <a:pt x="203" y="9"/>
                      <a:pt x="203" y="9"/>
                    </a:cubicBezTo>
                    <a:cubicBezTo>
                      <a:pt x="218" y="9"/>
                      <a:pt x="230" y="21"/>
                      <a:pt x="230" y="35"/>
                    </a:cubicBezTo>
                    <a:cubicBezTo>
                      <a:pt x="230" y="50"/>
                      <a:pt x="218" y="62"/>
                      <a:pt x="203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23" y="71"/>
                      <a:pt x="239" y="55"/>
                      <a:pt x="239" y="35"/>
                    </a:cubicBezTo>
                    <a:cubicBezTo>
                      <a:pt x="239" y="16"/>
                      <a:pt x="223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3" name="">
                <a:extLst>
                  <a:ext uri="{FF2B5EF4-FFF2-40B4-BE49-F238E27FC236}">
                    <a16:creationId xmlns:a16="http://schemas.microsoft.com/office/drawing/2014/main" id="{41B30CF1-385B-4243-AD13-8683150E3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0161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2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2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2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4" name="">
                <a:extLst>
                  <a:ext uri="{FF2B5EF4-FFF2-40B4-BE49-F238E27FC236}">
                    <a16:creationId xmlns:a16="http://schemas.microsoft.com/office/drawing/2014/main" id="{4BC254F4-EFBB-44DD-9AEA-E7E954995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656547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1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5" name="">
                <a:extLst>
                  <a:ext uri="{FF2B5EF4-FFF2-40B4-BE49-F238E27FC236}">
                    <a16:creationId xmlns:a16="http://schemas.microsoft.com/office/drawing/2014/main" id="{1C8444F2-2A8F-4A2F-A879-D7619E798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85" y="4711478"/>
                <a:ext cx="764951" cy="12207"/>
              </a:xfrm>
              <a:custGeom>
                <a:avLst/>
                <a:gdLst>
                  <a:gd name="T0" fmla="*/ 180 w 181"/>
                  <a:gd name="T1" fmla="*/ 3 h 3"/>
                  <a:gd name="T2" fmla="*/ 2 w 181"/>
                  <a:gd name="T3" fmla="*/ 3 h 3"/>
                  <a:gd name="T4" fmla="*/ 0 w 181"/>
                  <a:gd name="T5" fmla="*/ 1 h 3"/>
                  <a:gd name="T6" fmla="*/ 2 w 181"/>
                  <a:gd name="T7" fmla="*/ 0 h 3"/>
                  <a:gd name="T8" fmla="*/ 180 w 181"/>
                  <a:gd name="T9" fmla="*/ 0 h 3"/>
                  <a:gd name="T10" fmla="*/ 181 w 181"/>
                  <a:gd name="T11" fmla="*/ 1 h 3"/>
                  <a:gd name="T12" fmla="*/ 180 w 18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3">
                    <a:moveTo>
                      <a:pt x="180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0" y="0"/>
                      <a:pt x="181" y="0"/>
                      <a:pt x="181" y="1"/>
                    </a:cubicBezTo>
                    <a:cubicBezTo>
                      <a:pt x="181" y="2"/>
                      <a:pt x="180" y="3"/>
                      <a:pt x="18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6" name="">
                <a:extLst>
                  <a:ext uri="{FF2B5EF4-FFF2-40B4-BE49-F238E27FC236}">
                    <a16:creationId xmlns:a16="http://schemas.microsoft.com/office/drawing/2014/main" id="{23041CAC-D5C4-4624-9F6F-CA606C5F5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215651"/>
              </a:xfrm>
              <a:custGeom>
                <a:avLst/>
                <a:gdLst>
                  <a:gd name="T0" fmla="*/ 244 w 259"/>
                  <a:gd name="T1" fmla="*/ 51 h 51"/>
                  <a:gd name="T2" fmla="*/ 0 w 259"/>
                  <a:gd name="T3" fmla="*/ 51 h 51"/>
                  <a:gd name="T4" fmla="*/ 0 w 259"/>
                  <a:gd name="T5" fmla="*/ 0 h 51"/>
                  <a:gd name="T6" fmla="*/ 244 w 259"/>
                  <a:gd name="T7" fmla="*/ 0 h 51"/>
                  <a:gd name="T8" fmla="*/ 259 w 259"/>
                  <a:gd name="T9" fmla="*/ 15 h 51"/>
                  <a:gd name="T10" fmla="*/ 259 w 259"/>
                  <a:gd name="T11" fmla="*/ 36 h 51"/>
                  <a:gd name="T12" fmla="*/ 244 w 259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9" h="51">
                    <a:moveTo>
                      <a:pt x="244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52" y="0"/>
                      <a:pt x="259" y="7"/>
                      <a:pt x="259" y="15"/>
                    </a:cubicBezTo>
                    <a:cubicBezTo>
                      <a:pt x="259" y="36"/>
                      <a:pt x="259" y="36"/>
                      <a:pt x="259" y="36"/>
                    </a:cubicBezTo>
                    <a:cubicBezTo>
                      <a:pt x="259" y="45"/>
                      <a:pt x="252" y="51"/>
                      <a:pt x="244" y="51"/>
                    </a:cubicBezTo>
                  </a:path>
                </a:pathLst>
              </a:custGeom>
              <a:solidFill>
                <a:srgbClr val="CDEB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7" name="">
                <a:extLst>
                  <a:ext uri="{FF2B5EF4-FFF2-40B4-BE49-F238E27FC236}">
                    <a16:creationId xmlns:a16="http://schemas.microsoft.com/office/drawing/2014/main" id="{48B8CDE8-3F19-4671-983F-701916840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9147" y="4825406"/>
                <a:ext cx="1094530" cy="164790"/>
              </a:xfrm>
              <a:custGeom>
                <a:avLst/>
                <a:gdLst>
                  <a:gd name="T0" fmla="*/ 233 w 259"/>
                  <a:gd name="T1" fmla="*/ 0 h 39"/>
                  <a:gd name="T2" fmla="*/ 0 w 259"/>
                  <a:gd name="T3" fmla="*/ 0 h 39"/>
                  <a:gd name="T4" fmla="*/ 0 w 259"/>
                  <a:gd name="T5" fmla="*/ 7 h 39"/>
                  <a:gd name="T6" fmla="*/ 230 w 259"/>
                  <a:gd name="T7" fmla="*/ 7 h 39"/>
                  <a:gd name="T8" fmla="*/ 256 w 259"/>
                  <a:gd name="T9" fmla="*/ 33 h 39"/>
                  <a:gd name="T10" fmla="*/ 255 w 259"/>
                  <a:gd name="T11" fmla="*/ 39 h 39"/>
                  <a:gd name="T12" fmla="*/ 259 w 259"/>
                  <a:gd name="T13" fmla="*/ 26 h 39"/>
                  <a:gd name="T14" fmla="*/ 259 w 259"/>
                  <a:gd name="T15" fmla="*/ 26 h 39"/>
                  <a:gd name="T16" fmla="*/ 233 w 259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9" h="39">
                    <a:moveTo>
                      <a:pt x="23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0" y="7"/>
                      <a:pt x="230" y="7"/>
                      <a:pt x="230" y="7"/>
                    </a:cubicBezTo>
                    <a:cubicBezTo>
                      <a:pt x="245" y="7"/>
                      <a:pt x="256" y="19"/>
                      <a:pt x="256" y="33"/>
                    </a:cubicBezTo>
                    <a:cubicBezTo>
                      <a:pt x="256" y="35"/>
                      <a:pt x="256" y="37"/>
                      <a:pt x="255" y="39"/>
                    </a:cubicBezTo>
                    <a:cubicBezTo>
                      <a:pt x="257" y="35"/>
                      <a:pt x="259" y="31"/>
                      <a:pt x="259" y="26"/>
                    </a:cubicBezTo>
                    <a:cubicBezTo>
                      <a:pt x="259" y="26"/>
                      <a:pt x="259" y="26"/>
                      <a:pt x="259" y="26"/>
                    </a:cubicBezTo>
                    <a:cubicBezTo>
                      <a:pt x="259" y="12"/>
                      <a:pt x="247" y="0"/>
                      <a:pt x="233" y="0"/>
                    </a:cubicBezTo>
                  </a:path>
                </a:pathLst>
              </a:custGeom>
              <a:solidFill>
                <a:srgbClr val="A5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8" name="">
                <a:extLst>
                  <a:ext uri="{FF2B5EF4-FFF2-40B4-BE49-F238E27FC236}">
                    <a16:creationId xmlns:a16="http://schemas.microsoft.com/office/drawing/2014/main" id="{D19BE07E-9DC8-4C5B-96F2-1280FD306C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1526" y="4813200"/>
                <a:ext cx="1133185" cy="244133"/>
              </a:xfrm>
              <a:custGeom>
                <a:avLst/>
                <a:gdLst>
                  <a:gd name="T0" fmla="*/ 238 w 268"/>
                  <a:gd name="T1" fmla="*/ 0 h 58"/>
                  <a:gd name="T2" fmla="*/ 0 w 268"/>
                  <a:gd name="T3" fmla="*/ 0 h 58"/>
                  <a:gd name="T4" fmla="*/ 0 w 268"/>
                  <a:gd name="T5" fmla="*/ 7 h 58"/>
                  <a:gd name="T6" fmla="*/ 238 w 268"/>
                  <a:gd name="T7" fmla="*/ 7 h 58"/>
                  <a:gd name="T8" fmla="*/ 260 w 268"/>
                  <a:gd name="T9" fmla="*/ 29 h 58"/>
                  <a:gd name="T10" fmla="*/ 238 w 268"/>
                  <a:gd name="T11" fmla="*/ 51 h 58"/>
                  <a:gd name="T12" fmla="*/ 0 w 268"/>
                  <a:gd name="T13" fmla="*/ 51 h 58"/>
                  <a:gd name="T14" fmla="*/ 0 w 268"/>
                  <a:gd name="T15" fmla="*/ 58 h 58"/>
                  <a:gd name="T16" fmla="*/ 238 w 268"/>
                  <a:gd name="T17" fmla="*/ 58 h 58"/>
                  <a:gd name="T18" fmla="*/ 268 w 268"/>
                  <a:gd name="T19" fmla="*/ 29 h 58"/>
                  <a:gd name="T20" fmla="*/ 238 w 268"/>
                  <a:gd name="T21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8" h="58">
                    <a:moveTo>
                      <a:pt x="23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8" y="7"/>
                      <a:pt x="238" y="7"/>
                      <a:pt x="238" y="7"/>
                    </a:cubicBezTo>
                    <a:cubicBezTo>
                      <a:pt x="250" y="7"/>
                      <a:pt x="260" y="17"/>
                      <a:pt x="260" y="29"/>
                    </a:cubicBezTo>
                    <a:cubicBezTo>
                      <a:pt x="260" y="41"/>
                      <a:pt x="250" y="51"/>
                      <a:pt x="238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54" y="58"/>
                      <a:pt x="268" y="45"/>
                      <a:pt x="268" y="29"/>
                    </a:cubicBezTo>
                    <a:cubicBezTo>
                      <a:pt x="268" y="13"/>
                      <a:pt x="254" y="0"/>
                      <a:pt x="238" y="0"/>
                    </a:cubicBezTo>
                    <a:close/>
                  </a:path>
                </a:pathLst>
              </a:custGeom>
              <a:solidFill>
                <a:srgbClr val="F0C4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69" name="">
                <a:extLst>
                  <a:ext uri="{FF2B5EF4-FFF2-40B4-BE49-F238E27FC236}">
                    <a16:creationId xmlns:a16="http://schemas.microsoft.com/office/drawing/2014/main" id="{C1948FDF-3647-4384-B4DB-A9B13D0A9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884404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0" name="">
                <a:extLst>
                  <a:ext uri="{FF2B5EF4-FFF2-40B4-BE49-F238E27FC236}">
                    <a16:creationId xmlns:a16="http://schemas.microsoft.com/office/drawing/2014/main" id="{75071F91-A015-4CC1-BED2-914A3836D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31197"/>
                <a:ext cx="923637" cy="8138"/>
              </a:xfrm>
              <a:custGeom>
                <a:avLst/>
                <a:gdLst>
                  <a:gd name="T0" fmla="*/ 218 w 219"/>
                  <a:gd name="T1" fmla="*/ 2 h 2"/>
                  <a:gd name="T2" fmla="*/ 1 w 219"/>
                  <a:gd name="T3" fmla="*/ 2 h 2"/>
                  <a:gd name="T4" fmla="*/ 0 w 219"/>
                  <a:gd name="T5" fmla="*/ 1 h 2"/>
                  <a:gd name="T6" fmla="*/ 1 w 219"/>
                  <a:gd name="T7" fmla="*/ 0 h 2"/>
                  <a:gd name="T8" fmla="*/ 218 w 219"/>
                  <a:gd name="T9" fmla="*/ 0 h 2"/>
                  <a:gd name="T10" fmla="*/ 219 w 219"/>
                  <a:gd name="T11" fmla="*/ 1 h 2"/>
                  <a:gd name="T12" fmla="*/ 218 w 21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2">
                    <a:moveTo>
                      <a:pt x="21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0"/>
                      <a:pt x="219" y="1"/>
                    </a:cubicBezTo>
                    <a:cubicBezTo>
                      <a:pt x="219" y="1"/>
                      <a:pt x="218" y="2"/>
                      <a:pt x="21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  <p:sp>
            <p:nvSpPr>
              <p:cNvPr id="71" name="">
                <a:extLst>
                  <a:ext uri="{FF2B5EF4-FFF2-40B4-BE49-F238E27FC236}">
                    <a16:creationId xmlns:a16="http://schemas.microsoft.com/office/drawing/2014/main" id="{92C6EB8B-F0FA-4039-BA55-3F91D2346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2355" y="4971887"/>
                <a:ext cx="923637" cy="14242"/>
              </a:xfrm>
              <a:custGeom>
                <a:avLst/>
                <a:gdLst>
                  <a:gd name="T0" fmla="*/ 218 w 219"/>
                  <a:gd name="T1" fmla="*/ 3 h 3"/>
                  <a:gd name="T2" fmla="*/ 1 w 219"/>
                  <a:gd name="T3" fmla="*/ 3 h 3"/>
                  <a:gd name="T4" fmla="*/ 0 w 219"/>
                  <a:gd name="T5" fmla="*/ 1 h 3"/>
                  <a:gd name="T6" fmla="*/ 1 w 219"/>
                  <a:gd name="T7" fmla="*/ 0 h 3"/>
                  <a:gd name="T8" fmla="*/ 218 w 219"/>
                  <a:gd name="T9" fmla="*/ 0 h 3"/>
                  <a:gd name="T10" fmla="*/ 219 w 219"/>
                  <a:gd name="T11" fmla="*/ 1 h 3"/>
                  <a:gd name="T12" fmla="*/ 218 w 219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3">
                    <a:moveTo>
                      <a:pt x="218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9" y="1"/>
                      <a:pt x="219" y="1"/>
                    </a:cubicBezTo>
                    <a:cubicBezTo>
                      <a:pt x="219" y="2"/>
                      <a:pt x="218" y="3"/>
                      <a:pt x="218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400"/>
              </a:p>
            </p:txBody>
          </p:sp>
        </p:grpSp>
        <p:sp>
          <p:nvSpPr>
            <p:cNvPr id="28" name="">
              <a:extLst>
                <a:ext uri="{FF2B5EF4-FFF2-40B4-BE49-F238E27FC236}">
                  <a16:creationId xmlns:a16="http://schemas.microsoft.com/office/drawing/2014/main" id="{3A4F24E4-222D-427B-8D05-5AF1AA9D5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922" y="2763498"/>
              <a:ext cx="207514" cy="412992"/>
            </a:xfrm>
            <a:custGeom>
              <a:avLst/>
              <a:gdLst>
                <a:gd name="T0" fmla="*/ 50 w 102"/>
                <a:gd name="T1" fmla="*/ 0 h 203"/>
                <a:gd name="T2" fmla="*/ 0 w 102"/>
                <a:gd name="T3" fmla="*/ 203 h 203"/>
                <a:gd name="T4" fmla="*/ 102 w 102"/>
                <a:gd name="T5" fmla="*/ 203 h 203"/>
                <a:gd name="T6" fmla="*/ 50 w 102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203">
                  <a:moveTo>
                    <a:pt x="50" y="0"/>
                  </a:moveTo>
                  <a:lnTo>
                    <a:pt x="0" y="203"/>
                  </a:lnTo>
                  <a:lnTo>
                    <a:pt x="102" y="203"/>
                  </a:lnTo>
                  <a:lnTo>
                    <a:pt x="50" y="0"/>
                  </a:lnTo>
                </a:path>
              </a:pathLst>
            </a:custGeom>
            <a:solidFill>
              <a:srgbClr val="FCD6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29" name="">
              <a:extLst>
                <a:ext uri="{FF2B5EF4-FFF2-40B4-BE49-F238E27FC236}">
                  <a16:creationId xmlns:a16="http://schemas.microsoft.com/office/drawing/2014/main" id="{DACB5B16-86AE-4069-98CA-DC5797A9B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062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0" name="">
              <a:extLst>
                <a:ext uri="{FF2B5EF4-FFF2-40B4-BE49-F238E27FC236}">
                  <a16:creationId xmlns:a16="http://schemas.microsoft.com/office/drawing/2014/main" id="{241C359E-782F-4832-9983-6AE16112C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365" y="3047303"/>
              <a:ext cx="58999" cy="10172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1" name="">
              <a:extLst>
                <a:ext uri="{FF2B5EF4-FFF2-40B4-BE49-F238E27FC236}">
                  <a16:creationId xmlns:a16="http://schemas.microsoft.com/office/drawing/2014/main" id="{91E350C5-96A2-442D-AF89-04786FB7E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128" y="3242610"/>
              <a:ext cx="187169" cy="91550"/>
            </a:xfrm>
            <a:custGeom>
              <a:avLst/>
              <a:gdLst>
                <a:gd name="T0" fmla="*/ 22 w 44"/>
                <a:gd name="T1" fmla="*/ 22 h 22"/>
                <a:gd name="T2" fmla="*/ 0 w 44"/>
                <a:gd name="T3" fmla="*/ 5 h 22"/>
                <a:gd name="T4" fmla="*/ 3 w 44"/>
                <a:gd name="T5" fmla="*/ 0 h 22"/>
                <a:gd name="T6" fmla="*/ 7 w 44"/>
                <a:gd name="T7" fmla="*/ 3 h 22"/>
                <a:gd name="T8" fmla="*/ 22 w 44"/>
                <a:gd name="T9" fmla="*/ 14 h 22"/>
                <a:gd name="T10" fmla="*/ 36 w 44"/>
                <a:gd name="T11" fmla="*/ 3 h 22"/>
                <a:gd name="T12" fmla="*/ 41 w 44"/>
                <a:gd name="T13" fmla="*/ 0 h 22"/>
                <a:gd name="T14" fmla="*/ 43 w 44"/>
                <a:gd name="T15" fmla="*/ 5 h 22"/>
                <a:gd name="T16" fmla="*/ 22 w 44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22">
                  <a:moveTo>
                    <a:pt x="22" y="22"/>
                  </a:moveTo>
                  <a:cubicBezTo>
                    <a:pt x="11" y="22"/>
                    <a:pt x="3" y="1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10" y="11"/>
                    <a:pt x="17" y="14"/>
                    <a:pt x="22" y="14"/>
                  </a:cubicBezTo>
                  <a:cubicBezTo>
                    <a:pt x="27" y="14"/>
                    <a:pt x="34" y="11"/>
                    <a:pt x="36" y="3"/>
                  </a:cubicBezTo>
                  <a:cubicBezTo>
                    <a:pt x="37" y="1"/>
                    <a:pt x="39" y="0"/>
                    <a:pt x="41" y="0"/>
                  </a:cubicBezTo>
                  <a:cubicBezTo>
                    <a:pt x="43" y="1"/>
                    <a:pt x="44" y="3"/>
                    <a:pt x="43" y="5"/>
                  </a:cubicBezTo>
                  <a:cubicBezTo>
                    <a:pt x="41" y="15"/>
                    <a:pt x="32" y="22"/>
                    <a:pt x="22" y="22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2" name="">
              <a:extLst>
                <a:ext uri="{FF2B5EF4-FFF2-40B4-BE49-F238E27FC236}">
                  <a16:creationId xmlns:a16="http://schemas.microsoft.com/office/drawing/2014/main" id="{3E63F2EB-8B4B-486D-9F5B-A6AEBED87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617" y="2790963"/>
              <a:ext cx="262444" cy="126135"/>
            </a:xfrm>
            <a:custGeom>
              <a:avLst/>
              <a:gdLst>
                <a:gd name="T0" fmla="*/ 13 w 62"/>
                <a:gd name="T1" fmla="*/ 25 h 30"/>
                <a:gd name="T2" fmla="*/ 52 w 62"/>
                <a:gd name="T3" fmla="*/ 16 h 30"/>
                <a:gd name="T4" fmla="*/ 55 w 62"/>
                <a:gd name="T5" fmla="*/ 5 h 30"/>
                <a:gd name="T6" fmla="*/ 5 w 62"/>
                <a:gd name="T7" fmla="*/ 17 h 30"/>
                <a:gd name="T8" fmla="*/ 13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13" y="25"/>
                  </a:moveTo>
                  <a:cubicBezTo>
                    <a:pt x="24" y="15"/>
                    <a:pt x="38" y="12"/>
                    <a:pt x="52" y="16"/>
                  </a:cubicBezTo>
                  <a:cubicBezTo>
                    <a:pt x="59" y="18"/>
                    <a:pt x="62" y="7"/>
                    <a:pt x="55" y="5"/>
                  </a:cubicBezTo>
                  <a:cubicBezTo>
                    <a:pt x="37" y="0"/>
                    <a:pt x="19" y="5"/>
                    <a:pt x="5" y="17"/>
                  </a:cubicBezTo>
                  <a:cubicBezTo>
                    <a:pt x="0" y="22"/>
                    <a:pt x="8" y="30"/>
                    <a:pt x="13" y="2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3" name="">
              <a:extLst>
                <a:ext uri="{FF2B5EF4-FFF2-40B4-BE49-F238E27FC236}">
                  <a16:creationId xmlns:a16="http://schemas.microsoft.com/office/drawing/2014/main" id="{2CFAE8F3-5E5A-4C41-BE10-D34CFE0EE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366" y="2790963"/>
              <a:ext cx="260409" cy="126135"/>
            </a:xfrm>
            <a:custGeom>
              <a:avLst/>
              <a:gdLst>
                <a:gd name="T0" fmla="*/ 49 w 62"/>
                <a:gd name="T1" fmla="*/ 25 h 30"/>
                <a:gd name="T2" fmla="*/ 10 w 62"/>
                <a:gd name="T3" fmla="*/ 16 h 30"/>
                <a:gd name="T4" fmla="*/ 7 w 62"/>
                <a:gd name="T5" fmla="*/ 5 h 30"/>
                <a:gd name="T6" fmla="*/ 57 w 62"/>
                <a:gd name="T7" fmla="*/ 17 h 30"/>
                <a:gd name="T8" fmla="*/ 49 w 6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49" y="25"/>
                  </a:moveTo>
                  <a:cubicBezTo>
                    <a:pt x="38" y="15"/>
                    <a:pt x="24" y="12"/>
                    <a:pt x="10" y="16"/>
                  </a:cubicBezTo>
                  <a:cubicBezTo>
                    <a:pt x="3" y="18"/>
                    <a:pt x="0" y="7"/>
                    <a:pt x="7" y="5"/>
                  </a:cubicBezTo>
                  <a:cubicBezTo>
                    <a:pt x="25" y="0"/>
                    <a:pt x="43" y="5"/>
                    <a:pt x="57" y="17"/>
                  </a:cubicBezTo>
                  <a:cubicBezTo>
                    <a:pt x="62" y="22"/>
                    <a:pt x="54" y="30"/>
                    <a:pt x="49" y="2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4" name="">
              <a:extLst>
                <a:ext uri="{FF2B5EF4-FFF2-40B4-BE49-F238E27FC236}">
                  <a16:creationId xmlns:a16="http://schemas.microsoft.com/office/drawing/2014/main" id="{6B5177BE-4543-41D6-8674-249A44754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20481" y="2453246"/>
              <a:ext cx="917534" cy="648988"/>
            </a:xfrm>
            <a:custGeom>
              <a:avLst/>
              <a:gdLst>
                <a:gd name="T0" fmla="*/ 199 w 217"/>
                <a:gd name="T1" fmla="*/ 11 h 154"/>
                <a:gd name="T2" fmla="*/ 214 w 217"/>
                <a:gd name="T3" fmla="*/ 23 h 154"/>
                <a:gd name="T4" fmla="*/ 217 w 217"/>
                <a:gd name="T5" fmla="*/ 15 h 154"/>
                <a:gd name="T6" fmla="*/ 199 w 217"/>
                <a:gd name="T7" fmla="*/ 11 h 154"/>
                <a:gd name="T8" fmla="*/ 81 w 217"/>
                <a:gd name="T9" fmla="*/ 0 h 154"/>
                <a:gd name="T10" fmla="*/ 67 w 217"/>
                <a:gd name="T11" fmla="*/ 1 h 154"/>
                <a:gd name="T12" fmla="*/ 21 w 217"/>
                <a:gd name="T13" fmla="*/ 25 h 154"/>
                <a:gd name="T14" fmla="*/ 6 w 217"/>
                <a:gd name="T15" fmla="*/ 75 h 154"/>
                <a:gd name="T16" fmla="*/ 2 w 217"/>
                <a:gd name="T17" fmla="*/ 128 h 154"/>
                <a:gd name="T18" fmla="*/ 3 w 217"/>
                <a:gd name="T19" fmla="*/ 152 h 154"/>
                <a:gd name="T20" fmla="*/ 12 w 217"/>
                <a:gd name="T21" fmla="*/ 154 h 154"/>
                <a:gd name="T22" fmla="*/ 8 w 217"/>
                <a:gd name="T23" fmla="*/ 127 h 154"/>
                <a:gd name="T24" fmla="*/ 81 w 217"/>
                <a:gd name="T2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7" h="154">
                  <a:moveTo>
                    <a:pt x="199" y="11"/>
                  </a:moveTo>
                  <a:cubicBezTo>
                    <a:pt x="204" y="15"/>
                    <a:pt x="209" y="19"/>
                    <a:pt x="214" y="23"/>
                  </a:cubicBezTo>
                  <a:cubicBezTo>
                    <a:pt x="215" y="21"/>
                    <a:pt x="216" y="18"/>
                    <a:pt x="217" y="15"/>
                  </a:cubicBezTo>
                  <a:cubicBezTo>
                    <a:pt x="211" y="13"/>
                    <a:pt x="205" y="12"/>
                    <a:pt x="199" y="11"/>
                  </a:cubicBezTo>
                  <a:moveTo>
                    <a:pt x="81" y="0"/>
                  </a:moveTo>
                  <a:cubicBezTo>
                    <a:pt x="76" y="0"/>
                    <a:pt x="72" y="1"/>
                    <a:pt x="67" y="1"/>
                  </a:cubicBezTo>
                  <a:cubicBezTo>
                    <a:pt x="50" y="4"/>
                    <a:pt x="32" y="11"/>
                    <a:pt x="21" y="25"/>
                  </a:cubicBezTo>
                  <a:cubicBezTo>
                    <a:pt x="10" y="39"/>
                    <a:pt x="7" y="57"/>
                    <a:pt x="6" y="75"/>
                  </a:cubicBezTo>
                  <a:cubicBezTo>
                    <a:pt x="5" y="92"/>
                    <a:pt x="6" y="110"/>
                    <a:pt x="2" y="12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6" y="152"/>
                    <a:pt x="9" y="153"/>
                    <a:pt x="12" y="154"/>
                  </a:cubicBezTo>
                  <a:cubicBezTo>
                    <a:pt x="8" y="127"/>
                    <a:pt x="8" y="127"/>
                    <a:pt x="8" y="127"/>
                  </a:cubicBezTo>
                  <a:cubicBezTo>
                    <a:pt x="0" y="70"/>
                    <a:pt x="32" y="18"/>
                    <a:pt x="8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5" name="">
              <a:extLst>
                <a:ext uri="{FF2B5EF4-FFF2-40B4-BE49-F238E27FC236}">
                  <a16:creationId xmlns:a16="http://schemas.microsoft.com/office/drawing/2014/main" id="{3E5B28C1-F266-4BCF-8183-3B91E9F4F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481" y="2453246"/>
              <a:ext cx="903292" cy="653056"/>
            </a:xfrm>
            <a:custGeom>
              <a:avLst/>
              <a:gdLst>
                <a:gd name="T0" fmla="*/ 91 w 214"/>
                <a:gd name="T1" fmla="*/ 0 h 155"/>
                <a:gd name="T2" fmla="*/ 81 w 214"/>
                <a:gd name="T3" fmla="*/ 0 h 155"/>
                <a:gd name="T4" fmla="*/ 8 w 214"/>
                <a:gd name="T5" fmla="*/ 127 h 155"/>
                <a:gd name="T6" fmla="*/ 12 w 214"/>
                <a:gd name="T7" fmla="*/ 154 h 155"/>
                <a:gd name="T8" fmla="*/ 15 w 214"/>
                <a:gd name="T9" fmla="*/ 155 h 155"/>
                <a:gd name="T10" fmla="*/ 28 w 214"/>
                <a:gd name="T11" fmla="*/ 146 h 155"/>
                <a:gd name="T12" fmla="*/ 52 w 214"/>
                <a:gd name="T13" fmla="*/ 106 h 155"/>
                <a:gd name="T14" fmla="*/ 49 w 214"/>
                <a:gd name="T15" fmla="*/ 97 h 155"/>
                <a:gd name="T16" fmla="*/ 56 w 214"/>
                <a:gd name="T17" fmla="*/ 91 h 155"/>
                <a:gd name="T18" fmla="*/ 59 w 214"/>
                <a:gd name="T19" fmla="*/ 65 h 155"/>
                <a:gd name="T20" fmla="*/ 106 w 214"/>
                <a:gd name="T21" fmla="*/ 75 h 155"/>
                <a:gd name="T22" fmla="*/ 108 w 214"/>
                <a:gd name="T23" fmla="*/ 75 h 155"/>
                <a:gd name="T24" fmla="*/ 174 w 214"/>
                <a:gd name="T25" fmla="*/ 64 h 155"/>
                <a:gd name="T26" fmla="*/ 214 w 214"/>
                <a:gd name="T27" fmla="*/ 23 h 155"/>
                <a:gd name="T28" fmla="*/ 199 w 214"/>
                <a:gd name="T29" fmla="*/ 11 h 155"/>
                <a:gd name="T30" fmla="*/ 124 w 214"/>
                <a:gd name="T31" fmla="*/ 2 h 155"/>
                <a:gd name="T32" fmla="*/ 91 w 214"/>
                <a:gd name="T3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4" h="155">
                  <a:moveTo>
                    <a:pt x="91" y="0"/>
                  </a:moveTo>
                  <a:cubicBezTo>
                    <a:pt x="87" y="0"/>
                    <a:pt x="84" y="0"/>
                    <a:pt x="81" y="0"/>
                  </a:cubicBezTo>
                  <a:cubicBezTo>
                    <a:pt x="32" y="18"/>
                    <a:pt x="0" y="70"/>
                    <a:pt x="8" y="127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3" y="154"/>
                    <a:pt x="14" y="155"/>
                    <a:pt x="15" y="155"/>
                  </a:cubicBezTo>
                  <a:cubicBezTo>
                    <a:pt x="20" y="153"/>
                    <a:pt x="24" y="149"/>
                    <a:pt x="28" y="146"/>
                  </a:cubicBezTo>
                  <a:cubicBezTo>
                    <a:pt x="38" y="135"/>
                    <a:pt x="47" y="121"/>
                    <a:pt x="52" y="106"/>
                  </a:cubicBezTo>
                  <a:cubicBezTo>
                    <a:pt x="48" y="106"/>
                    <a:pt x="45" y="101"/>
                    <a:pt x="49" y="97"/>
                  </a:cubicBezTo>
                  <a:cubicBezTo>
                    <a:pt x="51" y="95"/>
                    <a:pt x="54" y="93"/>
                    <a:pt x="56" y="91"/>
                  </a:cubicBezTo>
                  <a:cubicBezTo>
                    <a:pt x="58" y="83"/>
                    <a:pt x="59" y="74"/>
                    <a:pt x="59" y="65"/>
                  </a:cubicBezTo>
                  <a:cubicBezTo>
                    <a:pt x="73" y="73"/>
                    <a:pt x="90" y="75"/>
                    <a:pt x="106" y="75"/>
                  </a:cubicBezTo>
                  <a:cubicBezTo>
                    <a:pt x="107" y="75"/>
                    <a:pt x="107" y="75"/>
                    <a:pt x="108" y="75"/>
                  </a:cubicBezTo>
                  <a:cubicBezTo>
                    <a:pt x="131" y="75"/>
                    <a:pt x="154" y="73"/>
                    <a:pt x="174" y="64"/>
                  </a:cubicBezTo>
                  <a:cubicBezTo>
                    <a:pt x="192" y="56"/>
                    <a:pt x="208" y="41"/>
                    <a:pt x="214" y="23"/>
                  </a:cubicBezTo>
                  <a:cubicBezTo>
                    <a:pt x="209" y="19"/>
                    <a:pt x="204" y="15"/>
                    <a:pt x="199" y="11"/>
                  </a:cubicBezTo>
                  <a:cubicBezTo>
                    <a:pt x="174" y="7"/>
                    <a:pt x="149" y="4"/>
                    <a:pt x="124" y="2"/>
                  </a:cubicBezTo>
                  <a:cubicBezTo>
                    <a:pt x="113" y="1"/>
                    <a:pt x="102" y="0"/>
                    <a:pt x="91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6" name="">
              <a:extLst>
                <a:ext uri="{FF2B5EF4-FFF2-40B4-BE49-F238E27FC236}">
                  <a16:creationId xmlns:a16="http://schemas.microsoft.com/office/drawing/2014/main" id="{DAF408A4-2EF2-488D-B0BF-60F7CC114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688" y="3094095"/>
              <a:ext cx="50862" cy="30517"/>
            </a:xfrm>
            <a:custGeom>
              <a:avLst/>
              <a:gdLst>
                <a:gd name="T0" fmla="*/ 0 w 12"/>
                <a:gd name="T1" fmla="*/ 0 h 7"/>
                <a:gd name="T2" fmla="*/ 1 w 12"/>
                <a:gd name="T3" fmla="*/ 7 h 7"/>
                <a:gd name="T4" fmla="*/ 12 w 12"/>
                <a:gd name="T5" fmla="*/ 3 h 7"/>
                <a:gd name="T6" fmla="*/ 9 w 12"/>
                <a:gd name="T7" fmla="*/ 2 h 7"/>
                <a:gd name="T8" fmla="*/ 0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5" y="7"/>
                    <a:pt x="8" y="5"/>
                    <a:pt x="12" y="3"/>
                  </a:cubicBezTo>
                  <a:cubicBezTo>
                    <a:pt x="11" y="3"/>
                    <a:pt x="10" y="2"/>
                    <a:pt x="9" y="2"/>
                  </a:cubicBezTo>
                  <a:cubicBezTo>
                    <a:pt x="6" y="1"/>
                    <a:pt x="3" y="0"/>
                    <a:pt x="0" y="0"/>
                  </a:cubicBezTo>
                </a:path>
              </a:pathLst>
            </a:custGeom>
            <a:solidFill>
              <a:srgbClr val="FDE5C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7" name="">
              <a:extLst>
                <a:ext uri="{FF2B5EF4-FFF2-40B4-BE49-F238E27FC236}">
                  <a16:creationId xmlns:a16="http://schemas.microsoft.com/office/drawing/2014/main" id="{9D7D2A76-D201-4E5E-8193-B9D5A05FE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686" y="2837756"/>
              <a:ext cx="46793" cy="63068"/>
            </a:xfrm>
            <a:custGeom>
              <a:avLst/>
              <a:gdLst>
                <a:gd name="T0" fmla="*/ 11 w 11"/>
                <a:gd name="T1" fmla="*/ 0 h 15"/>
                <a:gd name="T2" fmla="*/ 4 w 11"/>
                <a:gd name="T3" fmla="*/ 6 h 15"/>
                <a:gd name="T4" fmla="*/ 7 w 11"/>
                <a:gd name="T5" fmla="*/ 15 h 15"/>
                <a:gd name="T6" fmla="*/ 11 w 11"/>
                <a:gd name="T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5">
                  <a:moveTo>
                    <a:pt x="11" y="0"/>
                  </a:moveTo>
                  <a:cubicBezTo>
                    <a:pt x="9" y="2"/>
                    <a:pt x="6" y="4"/>
                    <a:pt x="4" y="6"/>
                  </a:cubicBezTo>
                  <a:cubicBezTo>
                    <a:pt x="0" y="10"/>
                    <a:pt x="3" y="15"/>
                    <a:pt x="7" y="15"/>
                  </a:cubicBezTo>
                  <a:cubicBezTo>
                    <a:pt x="9" y="11"/>
                    <a:pt x="10" y="6"/>
                    <a:pt x="11" y="0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8" name="">
              <a:extLst>
                <a:ext uri="{FF2B5EF4-FFF2-40B4-BE49-F238E27FC236}">
                  <a16:creationId xmlns:a16="http://schemas.microsoft.com/office/drawing/2014/main" id="{8F2E6B1C-C3CB-4C89-845F-6B84B6D9A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483" y="2347456"/>
              <a:ext cx="976532" cy="789364"/>
            </a:xfrm>
            <a:custGeom>
              <a:avLst/>
              <a:gdLst>
                <a:gd name="T0" fmla="*/ 143 w 231"/>
                <a:gd name="T1" fmla="*/ 1 h 187"/>
                <a:gd name="T2" fmla="*/ 43 w 231"/>
                <a:gd name="T3" fmla="*/ 32 h 187"/>
                <a:gd name="T4" fmla="*/ 8 w 231"/>
                <a:gd name="T5" fmla="*/ 101 h 187"/>
                <a:gd name="T6" fmla="*/ 12 w 231"/>
                <a:gd name="T7" fmla="*/ 183 h 187"/>
                <a:gd name="T8" fmla="*/ 14 w 231"/>
                <a:gd name="T9" fmla="*/ 186 h 187"/>
                <a:gd name="T10" fmla="*/ 22 w 231"/>
                <a:gd name="T11" fmla="*/ 183 h 187"/>
                <a:gd name="T12" fmla="*/ 51 w 231"/>
                <a:gd name="T13" fmla="*/ 137 h 187"/>
                <a:gd name="T14" fmla="*/ 58 w 231"/>
                <a:gd name="T15" fmla="*/ 104 h 187"/>
                <a:gd name="T16" fmla="*/ 60 w 231"/>
                <a:gd name="T17" fmla="*/ 69 h 187"/>
                <a:gd name="T18" fmla="*/ 159 w 231"/>
                <a:gd name="T19" fmla="*/ 80 h 187"/>
                <a:gd name="T20" fmla="*/ 201 w 231"/>
                <a:gd name="T21" fmla="*/ 70 h 187"/>
                <a:gd name="T22" fmla="*/ 231 w 231"/>
                <a:gd name="T23" fmla="*/ 40 h 187"/>
                <a:gd name="T24" fmla="*/ 143 w 231"/>
                <a:gd name="T25" fmla="*/ 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1" h="187">
                  <a:moveTo>
                    <a:pt x="143" y="1"/>
                  </a:moveTo>
                  <a:cubicBezTo>
                    <a:pt x="112" y="0"/>
                    <a:pt x="65" y="9"/>
                    <a:pt x="43" y="32"/>
                  </a:cubicBezTo>
                  <a:cubicBezTo>
                    <a:pt x="25" y="51"/>
                    <a:pt x="14" y="76"/>
                    <a:pt x="8" y="101"/>
                  </a:cubicBezTo>
                  <a:cubicBezTo>
                    <a:pt x="2" y="127"/>
                    <a:pt x="0" y="158"/>
                    <a:pt x="12" y="183"/>
                  </a:cubicBezTo>
                  <a:cubicBezTo>
                    <a:pt x="12" y="184"/>
                    <a:pt x="13" y="185"/>
                    <a:pt x="14" y="186"/>
                  </a:cubicBezTo>
                  <a:cubicBezTo>
                    <a:pt x="17" y="187"/>
                    <a:pt x="20" y="185"/>
                    <a:pt x="22" y="183"/>
                  </a:cubicBezTo>
                  <a:cubicBezTo>
                    <a:pt x="36" y="170"/>
                    <a:pt x="45" y="155"/>
                    <a:pt x="51" y="137"/>
                  </a:cubicBezTo>
                  <a:cubicBezTo>
                    <a:pt x="55" y="127"/>
                    <a:pt x="57" y="115"/>
                    <a:pt x="58" y="104"/>
                  </a:cubicBezTo>
                  <a:cubicBezTo>
                    <a:pt x="58" y="101"/>
                    <a:pt x="62" y="70"/>
                    <a:pt x="60" y="69"/>
                  </a:cubicBezTo>
                  <a:cubicBezTo>
                    <a:pt x="92" y="80"/>
                    <a:pt x="126" y="83"/>
                    <a:pt x="159" y="80"/>
                  </a:cubicBezTo>
                  <a:cubicBezTo>
                    <a:pt x="174" y="79"/>
                    <a:pt x="188" y="76"/>
                    <a:pt x="201" y="70"/>
                  </a:cubicBezTo>
                  <a:cubicBezTo>
                    <a:pt x="214" y="63"/>
                    <a:pt x="226" y="53"/>
                    <a:pt x="231" y="40"/>
                  </a:cubicBezTo>
                  <a:cubicBezTo>
                    <a:pt x="209" y="15"/>
                    <a:pt x="176" y="2"/>
                    <a:pt x="143" y="1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9" name="">
              <a:extLst>
                <a:ext uri="{FF2B5EF4-FFF2-40B4-BE49-F238E27FC236}">
                  <a16:creationId xmlns:a16="http://schemas.microsoft.com/office/drawing/2014/main" id="{EFAD11C1-4D16-401F-8683-79489C584B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7275" y="2900824"/>
              <a:ext cx="996878" cy="353993"/>
            </a:xfrm>
            <a:custGeom>
              <a:avLst/>
              <a:gdLst>
                <a:gd name="T0" fmla="*/ 207 w 236"/>
                <a:gd name="T1" fmla="*/ 0 h 84"/>
                <a:gd name="T2" fmla="*/ 164 w 236"/>
                <a:gd name="T3" fmla="*/ 0 h 84"/>
                <a:gd name="T4" fmla="*/ 135 w 236"/>
                <a:gd name="T5" fmla="*/ 27 h 84"/>
                <a:gd name="T6" fmla="*/ 100 w 236"/>
                <a:gd name="T7" fmla="*/ 27 h 84"/>
                <a:gd name="T8" fmla="*/ 71 w 236"/>
                <a:gd name="T9" fmla="*/ 0 h 84"/>
                <a:gd name="T10" fmla="*/ 29 w 236"/>
                <a:gd name="T11" fmla="*/ 0 h 84"/>
                <a:gd name="T12" fmla="*/ 0 w 236"/>
                <a:gd name="T13" fmla="*/ 30 h 84"/>
                <a:gd name="T14" fmla="*/ 0 w 236"/>
                <a:gd name="T15" fmla="*/ 54 h 84"/>
                <a:gd name="T16" fmla="*/ 29 w 236"/>
                <a:gd name="T17" fmla="*/ 84 h 84"/>
                <a:gd name="T18" fmla="*/ 71 w 236"/>
                <a:gd name="T19" fmla="*/ 84 h 84"/>
                <a:gd name="T20" fmla="*/ 101 w 236"/>
                <a:gd name="T21" fmla="*/ 54 h 84"/>
                <a:gd name="T22" fmla="*/ 101 w 236"/>
                <a:gd name="T23" fmla="*/ 36 h 84"/>
                <a:gd name="T24" fmla="*/ 135 w 236"/>
                <a:gd name="T25" fmla="*/ 36 h 84"/>
                <a:gd name="T26" fmla="*/ 135 w 236"/>
                <a:gd name="T27" fmla="*/ 54 h 84"/>
                <a:gd name="T28" fmla="*/ 164 w 236"/>
                <a:gd name="T29" fmla="*/ 84 h 84"/>
                <a:gd name="T30" fmla="*/ 207 w 236"/>
                <a:gd name="T31" fmla="*/ 84 h 84"/>
                <a:gd name="T32" fmla="*/ 236 w 236"/>
                <a:gd name="T33" fmla="*/ 54 h 84"/>
                <a:gd name="T34" fmla="*/ 236 w 236"/>
                <a:gd name="T35" fmla="*/ 30 h 84"/>
                <a:gd name="T36" fmla="*/ 207 w 236"/>
                <a:gd name="T37" fmla="*/ 0 h 84"/>
                <a:gd name="T38" fmla="*/ 91 w 236"/>
                <a:gd name="T39" fmla="*/ 54 h 84"/>
                <a:gd name="T40" fmla="*/ 71 w 236"/>
                <a:gd name="T41" fmla="*/ 74 h 84"/>
                <a:gd name="T42" fmla="*/ 29 w 236"/>
                <a:gd name="T43" fmla="*/ 74 h 84"/>
                <a:gd name="T44" fmla="*/ 9 w 236"/>
                <a:gd name="T45" fmla="*/ 54 h 84"/>
                <a:gd name="T46" fmla="*/ 9 w 236"/>
                <a:gd name="T47" fmla="*/ 30 h 84"/>
                <a:gd name="T48" fmla="*/ 29 w 236"/>
                <a:gd name="T49" fmla="*/ 10 h 84"/>
                <a:gd name="T50" fmla="*/ 71 w 236"/>
                <a:gd name="T51" fmla="*/ 10 h 84"/>
                <a:gd name="T52" fmla="*/ 91 w 236"/>
                <a:gd name="T53" fmla="*/ 30 h 84"/>
                <a:gd name="T54" fmla="*/ 91 w 236"/>
                <a:gd name="T55" fmla="*/ 54 h 84"/>
                <a:gd name="T56" fmla="*/ 227 w 236"/>
                <a:gd name="T57" fmla="*/ 54 h 84"/>
                <a:gd name="T58" fmla="*/ 207 w 236"/>
                <a:gd name="T59" fmla="*/ 74 h 84"/>
                <a:gd name="T60" fmla="*/ 164 w 236"/>
                <a:gd name="T61" fmla="*/ 74 h 84"/>
                <a:gd name="T62" fmla="*/ 145 w 236"/>
                <a:gd name="T63" fmla="*/ 54 h 84"/>
                <a:gd name="T64" fmla="*/ 145 w 236"/>
                <a:gd name="T65" fmla="*/ 30 h 84"/>
                <a:gd name="T66" fmla="*/ 164 w 236"/>
                <a:gd name="T67" fmla="*/ 10 h 84"/>
                <a:gd name="T68" fmla="*/ 207 w 236"/>
                <a:gd name="T69" fmla="*/ 10 h 84"/>
                <a:gd name="T70" fmla="*/ 227 w 236"/>
                <a:gd name="T71" fmla="*/ 30 h 84"/>
                <a:gd name="T72" fmla="*/ 227 w 236"/>
                <a:gd name="T73" fmla="*/ 5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6" h="84">
                  <a:moveTo>
                    <a:pt x="207" y="0"/>
                  </a:moveTo>
                  <a:cubicBezTo>
                    <a:pt x="164" y="0"/>
                    <a:pt x="164" y="0"/>
                    <a:pt x="164" y="0"/>
                  </a:cubicBezTo>
                  <a:cubicBezTo>
                    <a:pt x="149" y="0"/>
                    <a:pt x="137" y="12"/>
                    <a:pt x="135" y="27"/>
                  </a:cubicBezTo>
                  <a:cubicBezTo>
                    <a:pt x="119" y="18"/>
                    <a:pt x="107" y="22"/>
                    <a:pt x="100" y="27"/>
                  </a:cubicBezTo>
                  <a:cubicBezTo>
                    <a:pt x="99" y="12"/>
                    <a:pt x="87" y="0"/>
                    <a:pt x="71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70"/>
                    <a:pt x="13" y="84"/>
                    <a:pt x="29" y="84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87" y="84"/>
                    <a:pt x="101" y="70"/>
                    <a:pt x="101" y="54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5" y="32"/>
                    <a:pt x="116" y="23"/>
                    <a:pt x="135" y="36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70"/>
                    <a:pt x="148" y="84"/>
                    <a:pt x="164" y="84"/>
                  </a:cubicBezTo>
                  <a:cubicBezTo>
                    <a:pt x="207" y="84"/>
                    <a:pt x="207" y="84"/>
                    <a:pt x="207" y="84"/>
                  </a:cubicBezTo>
                  <a:cubicBezTo>
                    <a:pt x="223" y="84"/>
                    <a:pt x="236" y="70"/>
                    <a:pt x="236" y="54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6" y="13"/>
                    <a:pt x="223" y="0"/>
                    <a:pt x="207" y="0"/>
                  </a:cubicBezTo>
                  <a:close/>
                  <a:moveTo>
                    <a:pt x="91" y="54"/>
                  </a:moveTo>
                  <a:cubicBezTo>
                    <a:pt x="91" y="65"/>
                    <a:pt x="82" y="74"/>
                    <a:pt x="71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18" y="74"/>
                    <a:pt x="9" y="65"/>
                    <a:pt x="9" y="5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19"/>
                    <a:pt x="18" y="10"/>
                    <a:pt x="29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82" y="10"/>
                    <a:pt x="91" y="19"/>
                    <a:pt x="91" y="30"/>
                  </a:cubicBezTo>
                  <a:lnTo>
                    <a:pt x="91" y="54"/>
                  </a:lnTo>
                  <a:close/>
                  <a:moveTo>
                    <a:pt x="227" y="54"/>
                  </a:moveTo>
                  <a:cubicBezTo>
                    <a:pt x="227" y="65"/>
                    <a:pt x="218" y="74"/>
                    <a:pt x="207" y="74"/>
                  </a:cubicBezTo>
                  <a:cubicBezTo>
                    <a:pt x="164" y="74"/>
                    <a:pt x="164" y="74"/>
                    <a:pt x="164" y="74"/>
                  </a:cubicBezTo>
                  <a:cubicBezTo>
                    <a:pt x="153" y="74"/>
                    <a:pt x="145" y="65"/>
                    <a:pt x="145" y="54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9"/>
                    <a:pt x="153" y="10"/>
                    <a:pt x="164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18" y="10"/>
                    <a:pt x="227" y="19"/>
                    <a:pt x="227" y="30"/>
                  </a:cubicBezTo>
                  <a:lnTo>
                    <a:pt x="227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0" name="">
              <a:extLst>
                <a:ext uri="{FF2B5EF4-FFF2-40B4-BE49-F238E27FC236}">
                  <a16:creationId xmlns:a16="http://schemas.microsoft.com/office/drawing/2014/main" id="{56B54FB6-AE9C-43F4-8BF6-68DD60C58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331037"/>
              <a:ext cx="85446" cy="730365"/>
            </a:xfrm>
            <a:prstGeom prst="rect">
              <a:avLst/>
            </a:prstGeom>
            <a:solidFill>
              <a:srgbClr val="9B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1" name="">
              <a:extLst>
                <a:ext uri="{FF2B5EF4-FFF2-40B4-BE49-F238E27FC236}">
                  <a16:creationId xmlns:a16="http://schemas.microsoft.com/office/drawing/2014/main" id="{5A4DF0A8-02CB-40CC-B86F-FC9B10AC0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885" y="4410380"/>
              <a:ext cx="85446" cy="7100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2" name="">
              <a:extLst>
                <a:ext uri="{FF2B5EF4-FFF2-40B4-BE49-F238E27FC236}">
                  <a16:creationId xmlns:a16="http://schemas.microsoft.com/office/drawing/2014/main" id="{46CACE43-074B-4E90-AB6C-828BEBF9C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607" y="4542618"/>
              <a:ext cx="172929" cy="400785"/>
            </a:xfrm>
            <a:custGeom>
              <a:avLst/>
              <a:gdLst>
                <a:gd name="T0" fmla="*/ 10 w 85"/>
                <a:gd name="T1" fmla="*/ 0 h 197"/>
                <a:gd name="T2" fmla="*/ 0 w 85"/>
                <a:gd name="T3" fmla="*/ 193 h 197"/>
                <a:gd name="T4" fmla="*/ 72 w 85"/>
                <a:gd name="T5" fmla="*/ 197 h 197"/>
                <a:gd name="T6" fmla="*/ 85 w 85"/>
                <a:gd name="T7" fmla="*/ 4 h 197"/>
                <a:gd name="T8" fmla="*/ 10 w 85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97">
                  <a:moveTo>
                    <a:pt x="10" y="0"/>
                  </a:moveTo>
                  <a:lnTo>
                    <a:pt x="0" y="193"/>
                  </a:lnTo>
                  <a:lnTo>
                    <a:pt x="72" y="197"/>
                  </a:lnTo>
                  <a:lnTo>
                    <a:pt x="85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0C4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3" name="">
              <a:extLst>
                <a:ext uri="{FF2B5EF4-FFF2-40B4-BE49-F238E27FC236}">
                  <a16:creationId xmlns:a16="http://schemas.microsoft.com/office/drawing/2014/main" id="{BD08230E-8120-4119-ACCD-77B2A74DA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883" y="4503964"/>
              <a:ext cx="160722" cy="93584"/>
            </a:xfrm>
            <a:custGeom>
              <a:avLst/>
              <a:gdLst>
                <a:gd name="T0" fmla="*/ 37 w 38"/>
                <a:gd name="T1" fmla="*/ 22 h 22"/>
                <a:gd name="T2" fmla="*/ 0 w 38"/>
                <a:gd name="T3" fmla="*/ 20 h 22"/>
                <a:gd name="T4" fmla="*/ 1 w 38"/>
                <a:gd name="T5" fmla="*/ 6 h 22"/>
                <a:gd name="T6" fmla="*/ 6 w 38"/>
                <a:gd name="T7" fmla="*/ 1 h 22"/>
                <a:gd name="T8" fmla="*/ 33 w 38"/>
                <a:gd name="T9" fmla="*/ 2 h 22"/>
                <a:gd name="T10" fmla="*/ 38 w 38"/>
                <a:gd name="T11" fmla="*/ 8 h 22"/>
                <a:gd name="T12" fmla="*/ 37 w 38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2">
                  <a:moveTo>
                    <a:pt x="37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1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6" y="2"/>
                    <a:pt x="38" y="5"/>
                    <a:pt x="38" y="8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4" name="">
              <a:extLst>
                <a:ext uri="{FF2B5EF4-FFF2-40B4-BE49-F238E27FC236}">
                  <a16:creationId xmlns:a16="http://schemas.microsoft.com/office/drawing/2014/main" id="{AE196B16-23AD-43C5-809B-326313D55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089" y="4554824"/>
              <a:ext cx="58999" cy="156652"/>
            </a:xfrm>
            <a:custGeom>
              <a:avLst/>
              <a:gdLst>
                <a:gd name="T0" fmla="*/ 7 w 14"/>
                <a:gd name="T1" fmla="*/ 37 h 37"/>
                <a:gd name="T2" fmla="*/ 5 w 14"/>
                <a:gd name="T3" fmla="*/ 37 h 37"/>
                <a:gd name="T4" fmla="*/ 0 w 14"/>
                <a:gd name="T5" fmla="*/ 31 h 37"/>
                <a:gd name="T6" fmla="*/ 2 w 14"/>
                <a:gd name="T7" fmla="*/ 5 h 37"/>
                <a:gd name="T8" fmla="*/ 7 w 14"/>
                <a:gd name="T9" fmla="*/ 0 h 37"/>
                <a:gd name="T10" fmla="*/ 9 w 14"/>
                <a:gd name="T11" fmla="*/ 1 h 37"/>
                <a:gd name="T12" fmla="*/ 13 w 14"/>
                <a:gd name="T13" fmla="*/ 6 h 37"/>
                <a:gd name="T14" fmla="*/ 12 w 14"/>
                <a:gd name="T15" fmla="*/ 32 h 37"/>
                <a:gd name="T16" fmla="*/ 7 w 14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7">
                  <a:moveTo>
                    <a:pt x="7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2" y="36"/>
                    <a:pt x="0" y="34"/>
                    <a:pt x="0" y="3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2"/>
                    <a:pt x="4" y="0"/>
                    <a:pt x="7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1" y="1"/>
                    <a:pt x="14" y="3"/>
                    <a:pt x="13" y="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5"/>
                    <a:pt x="9" y="37"/>
                    <a:pt x="7" y="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5" name="">
              <a:extLst>
                <a:ext uri="{FF2B5EF4-FFF2-40B4-BE49-F238E27FC236}">
                  <a16:creationId xmlns:a16="http://schemas.microsoft.com/office/drawing/2014/main" id="{851277C9-2DA5-4CA8-862B-DE50094F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6" name="">
              <a:extLst>
                <a:ext uri="{FF2B5EF4-FFF2-40B4-BE49-F238E27FC236}">
                  <a16:creationId xmlns:a16="http://schemas.microsoft.com/office/drawing/2014/main" id="{576586D3-00A5-4024-B42D-BC99B785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303" y="4597548"/>
              <a:ext cx="144445" cy="307201"/>
            </a:xfrm>
            <a:custGeom>
              <a:avLst/>
              <a:gdLst>
                <a:gd name="T0" fmla="*/ 0 w 71"/>
                <a:gd name="T1" fmla="*/ 6 h 151"/>
                <a:gd name="T2" fmla="*/ 15 w 71"/>
                <a:gd name="T3" fmla="*/ 151 h 151"/>
                <a:gd name="T4" fmla="*/ 71 w 71"/>
                <a:gd name="T5" fmla="*/ 147 h 151"/>
                <a:gd name="T6" fmla="*/ 56 w 71"/>
                <a:gd name="T7" fmla="*/ 0 h 151"/>
                <a:gd name="T8" fmla="*/ 0 w 71"/>
                <a:gd name="T9" fmla="*/ 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1">
                  <a:moveTo>
                    <a:pt x="0" y="6"/>
                  </a:moveTo>
                  <a:lnTo>
                    <a:pt x="15" y="151"/>
                  </a:lnTo>
                  <a:lnTo>
                    <a:pt x="71" y="147"/>
                  </a:lnTo>
                  <a:lnTo>
                    <a:pt x="56" y="0"/>
                  </a:lnTo>
                  <a:lnTo>
                    <a:pt x="0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7" name="">
              <a:extLst>
                <a:ext uri="{FF2B5EF4-FFF2-40B4-BE49-F238E27FC236}">
                  <a16:creationId xmlns:a16="http://schemas.microsoft.com/office/drawing/2014/main" id="{E77952BE-5809-4EDF-9F7B-C4BE1ADEC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233" y="4571100"/>
              <a:ext cx="122066" cy="77308"/>
            </a:xfrm>
            <a:custGeom>
              <a:avLst/>
              <a:gdLst>
                <a:gd name="T0" fmla="*/ 29 w 29"/>
                <a:gd name="T1" fmla="*/ 15 h 18"/>
                <a:gd name="T2" fmla="*/ 1 w 29"/>
                <a:gd name="T3" fmla="*/ 18 h 18"/>
                <a:gd name="T4" fmla="*/ 0 w 29"/>
                <a:gd name="T5" fmla="*/ 8 h 18"/>
                <a:gd name="T6" fmla="*/ 5 w 29"/>
                <a:gd name="T7" fmla="*/ 2 h 18"/>
                <a:gd name="T8" fmla="*/ 22 w 29"/>
                <a:gd name="T9" fmla="*/ 1 h 18"/>
                <a:gd name="T10" fmla="*/ 28 w 29"/>
                <a:gd name="T11" fmla="*/ 5 h 18"/>
                <a:gd name="T12" fmla="*/ 29 w 29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9" y="15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5"/>
                    <a:pt x="2" y="3"/>
                    <a:pt x="5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5" y="0"/>
                    <a:pt x="28" y="2"/>
                    <a:pt x="28" y="5"/>
                  </a:cubicBezTo>
                  <a:lnTo>
                    <a:pt x="29" y="1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8" name="">
              <a:extLst>
                <a:ext uri="{FF2B5EF4-FFF2-40B4-BE49-F238E27FC236}">
                  <a16:creationId xmlns:a16="http://schemas.microsoft.com/office/drawing/2014/main" id="{BFB401A9-88D1-49D0-A50A-5D48A1B13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301" y="4609755"/>
              <a:ext cx="46793" cy="117997"/>
            </a:xfrm>
            <a:custGeom>
              <a:avLst/>
              <a:gdLst>
                <a:gd name="T0" fmla="*/ 7 w 11"/>
                <a:gd name="T1" fmla="*/ 27 h 28"/>
                <a:gd name="T2" fmla="*/ 7 w 11"/>
                <a:gd name="T3" fmla="*/ 27 h 28"/>
                <a:gd name="T4" fmla="*/ 2 w 11"/>
                <a:gd name="T5" fmla="*/ 23 h 28"/>
                <a:gd name="T6" fmla="*/ 0 w 11"/>
                <a:gd name="T7" fmla="*/ 5 h 28"/>
                <a:gd name="T8" fmla="*/ 4 w 11"/>
                <a:gd name="T9" fmla="*/ 0 h 28"/>
                <a:gd name="T10" fmla="*/ 9 w 11"/>
                <a:gd name="T11" fmla="*/ 4 h 28"/>
                <a:gd name="T12" fmla="*/ 10 w 11"/>
                <a:gd name="T13" fmla="*/ 23 h 28"/>
                <a:gd name="T14" fmla="*/ 7 w 11"/>
                <a:gd name="T1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28">
                  <a:moveTo>
                    <a:pt x="7" y="27"/>
                  </a:moveTo>
                  <a:cubicBezTo>
                    <a:pt x="7" y="27"/>
                    <a:pt x="7" y="27"/>
                    <a:pt x="7" y="27"/>
                  </a:cubicBezTo>
                  <a:cubicBezTo>
                    <a:pt x="4" y="28"/>
                    <a:pt x="2" y="26"/>
                    <a:pt x="2" y="2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0"/>
                    <a:pt x="4" y="0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5"/>
                    <a:pt x="9" y="27"/>
                    <a:pt x="7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49" name="">
              <a:extLst>
                <a:ext uri="{FF2B5EF4-FFF2-40B4-BE49-F238E27FC236}">
                  <a16:creationId xmlns:a16="http://schemas.microsoft.com/office/drawing/2014/main" id="{D9BB5F4C-52C2-4841-8559-255D9B80F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0" name="">
              <a:extLst>
                <a:ext uri="{FF2B5EF4-FFF2-40B4-BE49-F238E27FC236}">
                  <a16:creationId xmlns:a16="http://schemas.microsoft.com/office/drawing/2014/main" id="{D50A2B20-7EF3-4E06-9E1E-44DCF6EB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516749" cy="604230"/>
            </a:xfrm>
            <a:custGeom>
              <a:avLst/>
              <a:gdLst>
                <a:gd name="T0" fmla="*/ 0 w 254"/>
                <a:gd name="T1" fmla="*/ 0 h 297"/>
                <a:gd name="T2" fmla="*/ 21 w 254"/>
                <a:gd name="T3" fmla="*/ 297 h 297"/>
                <a:gd name="T4" fmla="*/ 231 w 254"/>
                <a:gd name="T5" fmla="*/ 297 h 297"/>
                <a:gd name="T6" fmla="*/ 254 w 254"/>
                <a:gd name="T7" fmla="*/ 0 h 297"/>
                <a:gd name="T8" fmla="*/ 0 w 254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97">
                  <a:moveTo>
                    <a:pt x="0" y="0"/>
                  </a:moveTo>
                  <a:lnTo>
                    <a:pt x="21" y="297"/>
                  </a:lnTo>
                  <a:lnTo>
                    <a:pt x="231" y="297"/>
                  </a:lnTo>
                  <a:lnTo>
                    <a:pt x="2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1" name="">
              <a:extLst>
                <a:ext uri="{FF2B5EF4-FFF2-40B4-BE49-F238E27FC236}">
                  <a16:creationId xmlns:a16="http://schemas.microsoft.com/office/drawing/2014/main" id="{A59C3D52-C622-4334-BC09-E3A5EC27D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649" y="4774545"/>
              <a:ext cx="583886" cy="83412"/>
            </a:xfrm>
            <a:custGeom>
              <a:avLst/>
              <a:gdLst>
                <a:gd name="T0" fmla="*/ 128 w 138"/>
                <a:gd name="T1" fmla="*/ 20 h 20"/>
                <a:gd name="T2" fmla="*/ 9 w 138"/>
                <a:gd name="T3" fmla="*/ 20 h 20"/>
                <a:gd name="T4" fmla="*/ 0 w 138"/>
                <a:gd name="T5" fmla="*/ 10 h 20"/>
                <a:gd name="T6" fmla="*/ 9 w 138"/>
                <a:gd name="T7" fmla="*/ 0 h 20"/>
                <a:gd name="T8" fmla="*/ 128 w 138"/>
                <a:gd name="T9" fmla="*/ 0 h 20"/>
                <a:gd name="T10" fmla="*/ 138 w 138"/>
                <a:gd name="T11" fmla="*/ 10 h 20"/>
                <a:gd name="T12" fmla="*/ 128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28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4" y="0"/>
                    <a:pt x="138" y="5"/>
                    <a:pt x="138" y="10"/>
                  </a:cubicBezTo>
                  <a:cubicBezTo>
                    <a:pt x="138" y="15"/>
                    <a:pt x="134" y="20"/>
                    <a:pt x="128" y="2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2" name="">
              <a:extLst>
                <a:ext uri="{FF2B5EF4-FFF2-40B4-BE49-F238E27FC236}">
                  <a16:creationId xmlns:a16="http://schemas.microsoft.com/office/drawing/2014/main" id="{B84FF03D-E85B-4A13-ACC0-043384CE1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440" y="4857957"/>
              <a:ext cx="469957" cy="537093"/>
            </a:xfrm>
            <a:custGeom>
              <a:avLst/>
              <a:gdLst>
                <a:gd name="T0" fmla="*/ 20 w 111"/>
                <a:gd name="T1" fmla="*/ 0 h 127"/>
                <a:gd name="T2" fmla="*/ 0 w 111"/>
                <a:gd name="T3" fmla="*/ 0 h 127"/>
                <a:gd name="T4" fmla="*/ 9 w 111"/>
                <a:gd name="T5" fmla="*/ 127 h 127"/>
                <a:gd name="T6" fmla="*/ 110 w 111"/>
                <a:gd name="T7" fmla="*/ 127 h 127"/>
                <a:gd name="T8" fmla="*/ 111 w 111"/>
                <a:gd name="T9" fmla="*/ 124 h 127"/>
                <a:gd name="T10" fmla="*/ 61 w 111"/>
                <a:gd name="T11" fmla="*/ 89 h 127"/>
                <a:gd name="T12" fmla="*/ 20 w 111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27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110" y="127"/>
                    <a:pt x="110" y="127"/>
                    <a:pt x="110" y="12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94" y="113"/>
                    <a:pt x="75" y="103"/>
                    <a:pt x="61" y="89"/>
                  </a:cubicBezTo>
                  <a:cubicBezTo>
                    <a:pt x="36" y="66"/>
                    <a:pt x="24" y="33"/>
                    <a:pt x="2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3" name="">
              <a:extLst>
                <a:ext uri="{FF2B5EF4-FFF2-40B4-BE49-F238E27FC236}">
                  <a16:creationId xmlns:a16="http://schemas.microsoft.com/office/drawing/2014/main" id="{DFF24C42-C92B-4E66-BF80-EBF3326C2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371" y="4790820"/>
              <a:ext cx="89515" cy="67137"/>
            </a:xfrm>
            <a:custGeom>
              <a:avLst/>
              <a:gdLst>
                <a:gd name="T0" fmla="*/ 20 w 21"/>
                <a:gd name="T1" fmla="*/ 0 h 16"/>
                <a:gd name="T2" fmla="*/ 0 w 21"/>
                <a:gd name="T3" fmla="*/ 0 h 16"/>
                <a:gd name="T4" fmla="*/ 0 w 21"/>
                <a:gd name="T5" fmla="*/ 0 h 16"/>
                <a:gd name="T6" fmla="*/ 1 w 21"/>
                <a:gd name="T7" fmla="*/ 16 h 16"/>
                <a:gd name="T8" fmla="*/ 21 w 21"/>
                <a:gd name="T9" fmla="*/ 16 h 16"/>
                <a:gd name="T10" fmla="*/ 21 w 21"/>
                <a:gd name="T11" fmla="*/ 15 h 16"/>
                <a:gd name="T12" fmla="*/ 20 w 2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5"/>
                    <a:pt x="21" y="15"/>
                  </a:cubicBezTo>
                  <a:cubicBezTo>
                    <a:pt x="20" y="10"/>
                    <a:pt x="20" y="5"/>
                    <a:pt x="20" y="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74" name="">
            <a:extLst>
              <a:ext uri="{FF2B5EF4-FFF2-40B4-BE49-F238E27FC236}">
                <a16:creationId xmlns:a16="http://schemas.microsoft.com/office/drawing/2014/main" id="{51411B1A-8799-477C-A32E-57999EE7C649}"/>
              </a:ext>
            </a:extLst>
          </p:cNvPr>
          <p:cNvSpPr>
            <a:spLocks/>
          </p:cNvSpPr>
          <p:nvPr userDrawn="1"/>
        </p:nvSpPr>
        <p:spPr bwMode="auto">
          <a:xfrm>
            <a:off x="964531" y="3025972"/>
            <a:ext cx="10262938" cy="273566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400"/>
          </a:p>
        </p:txBody>
      </p: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1645802" y="3397372"/>
            <a:ext cx="9123798" cy="1100892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645802" y="4956931"/>
            <a:ext cx="912379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5804" y="4660660"/>
            <a:ext cx="9123796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vmlDrawing" Target="../drawings/vmlDrawing1.vml" Id="rId1" /><Relationship Type="http://schemas.openxmlformats.org/officeDocument/2006/relationships/image" Target="../media/image1.emf" Id="rId6" /><Relationship Type="http://schemas.openxmlformats.org/officeDocument/2006/relationships/oleObject" Target="../embeddings/oleObject1.bin" Id="rId5" /><Relationship Type="http://schemas.openxmlformats.org/officeDocument/2006/relationships/slideLayout" Target="../slideLayouts/slideLayout1.xml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5.xml" Id="rId2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vmlDrawing" Target="../drawings/vmlDrawing2.vml" Id="rId1" /><Relationship Type="http://schemas.openxmlformats.org/officeDocument/2006/relationships/image" Target="../media/image1.emf" Id="rId6" /><Relationship Type="http://schemas.openxmlformats.org/officeDocument/2006/relationships/oleObject" Target="../embeddings/oleObject2.bin" Id="rId5" /><Relationship Type="http://schemas.openxmlformats.org/officeDocument/2006/relationships/slideLayout" Target="../slideLayouts/slideLayout6.xml" Id="rId4" /></Relationships>
</file>

<file path=ppt/slides/slide1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>
          <a:xfrm>
            <a:off x="4114800" y="858944"/>
            <a:ext cx="6979954" cy="2968444"/>
          </a:xfrm>
        </p:spPr>
        <p:txBody>
          <a:bodyPr>
            <a:normAutofit/>
          </a:bodyPr>
          <a:lstStyle/>
          <a:p>
            <a:r>
              <a:rPr lang="en-US" altLang="zh-CN" sz="7200" dirty="0"/>
              <a:t>POWERPOINT</a:t>
            </a:r>
            <a:r>
              <a:rPr lang="en-US" altLang="zh-CN" sz="6600" dirty="0"/>
              <a:t> </a:t>
            </a:r>
            <a:br>
              <a:rPr lang="en-US" altLang="zh-CN" sz="6600" dirty="0"/>
            </a:br>
            <a:r>
              <a:rPr lang="en-US" altLang="zh-CN" sz="3200" b="0" dirty="0"/>
              <a:t>STANDAR TEMPLATE</a:t>
            </a:r>
            <a:endParaRPr lang="zh-CN" altLang="en-US" sz="4400" b="0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>
          <a:xfrm>
            <a:off x="5142198" y="4985933"/>
            <a:ext cx="5952556" cy="296271"/>
          </a:xfrm>
        </p:spPr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>
          <a:xfrm>
            <a:off x="9410700" y="710809"/>
            <a:ext cx="1684054" cy="296271"/>
          </a:xfrm>
        </p:spPr>
        <p:txBody>
          <a:bodyPr/>
          <a:lstStyle/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OfficePLUS</a:t>
            </a:r>
            <a:endParaRPr lang="en-US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Subtitle Here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title"/>
          </p:nvPr>
        </p:nvSpPr>
        <p:spPr>
          <a:xfrm>
            <a:off x="1279075" y="3238500"/>
            <a:ext cx="5419185" cy="895350"/>
          </a:xfrm>
        </p:spPr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"/>
          <p:cNvSpPr>
            <a:spLocks noGrp="1"/>
          </p:cNvSpPr>
          <p:nvPr>
            <p:ph type="body" idx="1"/>
          </p:nvPr>
        </p:nvSpPr>
        <p:spPr>
          <a:xfrm>
            <a:off x="1280191" y="4133850"/>
            <a:ext cx="5419185" cy="1015623"/>
          </a:xfrm>
        </p:spPr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434316" y="258082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DE47146C-5930-4B7C-A852-67D259E0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Use "Title Only" Layout</a:t>
            </a:r>
            <a:endParaRPr lang="zh-CN" altLang="en-US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5D138946-E0C5-4EFD-B7E9-2CCBA676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B849D0C-D1CC-4DC3-8EA3-C3A20F22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74252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6000" dirty="0"/>
              <a:t>Thanks</a:t>
            </a:r>
            <a:br>
              <a:rPr lang="en-US" altLang="zh-CN" dirty="0"/>
            </a:br>
            <a:r>
              <a:rPr lang="en-US" altLang="zh-CN" sz="2000" b="0" dirty="0"/>
              <a:t>And Your Slogan Here</a:t>
            </a:r>
            <a:endParaRPr lang="zh-CN" altLang="en-US" b="0" dirty="0"/>
          </a:p>
        </p:txBody>
      </p:sp>
      <p:sp>
        <p:nvSpPr>
          <p:cNvPr id="7" name="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en-US" altLang="en-US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ISLIDE.THEME" val="811c7a52-c40a-4f75-95ff-6089405208b8"/>
</p:tagLst>
</file>

<file path=ppt/theme/theme1.xml><?xml version="1.0" encoding="utf-8"?>
<a:theme xmlns:a="http://schemas.openxmlformats.org/drawingml/2006/main" name="主题5">
  <a:themeElements>
    <a:clrScheme name="小妖图表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3E64FF"/>
      </a:accent1>
      <a:accent2>
        <a:srgbClr val="2ACEFA"/>
      </a:accent2>
      <a:accent3>
        <a:srgbClr val="8AF2F7"/>
      </a:accent3>
      <a:accent4>
        <a:srgbClr val="008D8A"/>
      </a:accent4>
      <a:accent5>
        <a:srgbClr val="19D07E"/>
      </a:accent5>
      <a:accent6>
        <a:srgbClr val="F8CA05"/>
      </a:accent6>
      <a:hlink>
        <a:srgbClr val="0563C1"/>
      </a:hlink>
      <a:folHlink>
        <a:srgbClr val="954D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801</TotalTime>
  <Words>1037</Words>
  <Application>Microsoft Office PowerPoint</Application>
  <PresentationFormat>宽屏</PresentationFormat>
  <Paragraphs>94</Paragraphs>
  <Slides>8</Slides>
  <Notes>3</Notes>
  <HiddenSlides>3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Arial</vt:lpstr>
      <vt:lpstr>Calibri</vt:lpstr>
      <vt:lpstr>Impact</vt:lpstr>
      <vt:lpstr>主题5</vt:lpstr>
      <vt:lpstr>think-cell Slide</vt:lpstr>
      <vt:lpstr>POWERPOINT  STANDAR TEMPLATE</vt:lpstr>
      <vt:lpstr>PowerPoint 演示文稿</vt:lpstr>
      <vt:lpstr>Section Header Here</vt:lpstr>
      <vt:lpstr>Use "Title Only" Layout</vt:lpstr>
      <vt:lpstr>Thanks And Your Slogan Here</vt:lpstr>
      <vt:lpstr>PowerPoint 演示文稿</vt:lpstr>
      <vt:lpstr>快速设计页面  Quick design slides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Carroll</cp:lastModifiedBy>
  <cp:revision>101</cp:revision>
  <cp:lastPrinted>2017-11-14T16:00:00Z</cp:lastPrinted>
  <dcterms:created xsi:type="dcterms:W3CDTF">2017-11-14T16:00:00Z</dcterms:created>
  <dcterms:modified xsi:type="dcterms:W3CDTF">2019-12-03T08:30:29Z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