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58" r:id="rId4"/>
    <p:sldId id="270" r:id="rId5"/>
    <p:sldId id="261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667384"/>
    <a:srgbClr val="F5E2EB"/>
    <a:srgbClr val="144958"/>
    <a:srgbClr val="C60022"/>
    <a:srgbClr val="FA734B"/>
    <a:srgbClr val="66C3E5"/>
    <a:srgbClr val="88CDDD"/>
    <a:srgbClr val="0A0571"/>
    <a:srgbClr val="463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35" autoAdjust="0"/>
    <p:restoredTop sz="9618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13" /><Relationship Type="http://schemas.openxmlformats.org/officeDocument/2006/relationships/slide" Target="slides/slide2.xml" Id="rId3" /><Relationship Type="http://schemas.openxmlformats.org/officeDocument/2006/relationships/presProps" Target="presProps.xml" Id="rId12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ags" Target="tags/tag1.xml" Id="rId11" /><Relationship Type="http://schemas.openxmlformats.org/officeDocument/2006/relationships/slide" Target="slides/slide4.xml" Id="rId5" /><Relationship Type="http://schemas.openxmlformats.org/officeDocument/2006/relationships/tableStyles" Target="tableStyles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3.xml" Id="rId4" /><Relationship Type="http://schemas.openxmlformats.org/officeDocument/2006/relationships/theme" Target="theme/theme1.xml" Id="rId14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>
              <a:ext uri="{FF2B5EF4-FFF2-40B4-BE49-F238E27FC236}">
                <a16:creationId xmlns:a16="http://schemas.microsoft.com/office/drawing/2014/main" id="{DF1C163D-7EF0-4097-B86B-72A3B68C98B7}"/>
              </a:ext>
            </a:extLst>
          </p:cNvPr>
          <p:cNvSpPr/>
          <p:nvPr userDrawn="1"/>
        </p:nvSpPr>
        <p:spPr>
          <a:xfrm>
            <a:off x="0" y="-4921"/>
            <a:ext cx="8430763" cy="6862921"/>
          </a:xfrm>
          <a:custGeom>
            <a:avLst/>
            <a:gdLst>
              <a:gd name="connsiteX0" fmla="*/ 2056630 w 8430763"/>
              <a:gd name="connsiteY0" fmla="*/ 0 h 6862921"/>
              <a:gd name="connsiteX1" fmla="*/ 7092510 w 8430763"/>
              <a:gd name="connsiteY1" fmla="*/ 0 h 6862921"/>
              <a:gd name="connsiteX2" fmla="*/ 8430763 w 8430763"/>
              <a:gd name="connsiteY2" fmla="*/ 1317704 h 6862921"/>
              <a:gd name="connsiteX3" fmla="*/ 7208098 w 8430763"/>
              <a:gd name="connsiteY3" fmla="*/ 2545507 h 6862921"/>
              <a:gd name="connsiteX4" fmla="*/ 4685708 w 8430763"/>
              <a:gd name="connsiteY4" fmla="*/ 5047348 h 6862921"/>
              <a:gd name="connsiteX5" fmla="*/ 3450198 w 8430763"/>
              <a:gd name="connsiteY5" fmla="*/ 3814408 h 6862921"/>
              <a:gd name="connsiteX6" fmla="*/ 2062165 w 8430763"/>
              <a:gd name="connsiteY6" fmla="*/ 5194787 h 6862921"/>
              <a:gd name="connsiteX7" fmla="*/ 2062162 w 8430763"/>
              <a:gd name="connsiteY7" fmla="*/ 5196047 h 6862921"/>
              <a:gd name="connsiteX8" fmla="*/ 927918 w 8430763"/>
              <a:gd name="connsiteY8" fmla="*/ 6329521 h 6862921"/>
              <a:gd name="connsiteX9" fmla="*/ 1471613 w 8430763"/>
              <a:gd name="connsiteY9" fmla="*/ 6862921 h 6862921"/>
              <a:gd name="connsiteX10" fmla="*/ 0 w 8430763"/>
              <a:gd name="connsiteY10" fmla="*/ 6862921 h 6862921"/>
              <a:gd name="connsiteX11" fmla="*/ 0 w 8430763"/>
              <a:gd name="connsiteY11" fmla="*/ 4921 h 6862921"/>
              <a:gd name="connsiteX12" fmla="*/ 2056630 w 8430763"/>
              <a:gd name="connsiteY12" fmla="*/ 4921 h 68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30763" h="6862921">
                <a:moveTo>
                  <a:pt x="2056630" y="0"/>
                </a:moveTo>
                <a:lnTo>
                  <a:pt x="7092510" y="0"/>
                </a:lnTo>
                <a:lnTo>
                  <a:pt x="8430763" y="1317704"/>
                </a:lnTo>
                <a:lnTo>
                  <a:pt x="7208098" y="2545507"/>
                </a:lnTo>
                <a:lnTo>
                  <a:pt x="4685708" y="5047348"/>
                </a:lnTo>
                <a:lnTo>
                  <a:pt x="3450198" y="3814408"/>
                </a:lnTo>
                <a:lnTo>
                  <a:pt x="2062165" y="5194787"/>
                </a:lnTo>
                <a:lnTo>
                  <a:pt x="2062162" y="5196047"/>
                </a:lnTo>
                <a:cubicBezTo>
                  <a:pt x="1742818" y="5515135"/>
                  <a:pt x="1274179" y="6000248"/>
                  <a:pt x="927918" y="6329521"/>
                </a:cubicBezTo>
                <a:lnTo>
                  <a:pt x="1471613" y="6862921"/>
                </a:lnTo>
                <a:lnTo>
                  <a:pt x="0" y="6862921"/>
                </a:lnTo>
                <a:lnTo>
                  <a:pt x="0" y="4921"/>
                </a:lnTo>
                <a:lnTo>
                  <a:pt x="2056630" y="4921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84000"/>
                  <a:lumOff val="16000"/>
                </a:schemeClr>
              </a:gs>
              <a:gs pos="100000">
                <a:schemeClr val="accent3">
                  <a:lumMod val="99000"/>
                  <a:lumOff val="1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BA3E2895-E22A-48B2-95AA-0B4CA4BD8E37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>
            <a:blip r:embed="rId2"/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69925" y="2924752"/>
            <a:ext cx="3100330" cy="4669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400" i="0" u="none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4407457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4955710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161221"/>
            <a:ext cx="5317077" cy="1580351"/>
          </a:xfrm>
        </p:spPr>
        <p:txBody>
          <a:bodyPr anchor="b">
            <a:noAutofit/>
          </a:bodyPr>
          <a:lstStyle>
            <a:lvl1pPr algn="l">
              <a:defRPr sz="4800" i="0" u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20XX/3/25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>
            <a:extLst>
              <a:ext uri="{FF2B5EF4-FFF2-40B4-BE49-F238E27FC236}">
                <a16:creationId xmlns:a16="http://schemas.microsoft.com/office/drawing/2014/main" id="{14AB244D-CA9D-4EC6-9D8F-3C1D7AC0F38D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 dpi="0" rotWithShape="1">
            <a:blip r:embed="rId2">
              <a:alphaModFix amt="55000"/>
            </a:blip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2496910" y="1269059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2496910" y="2164409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20XX/3/25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>
            <a:extLst>
              <a:ext uri="{FF2B5EF4-FFF2-40B4-BE49-F238E27FC236}">
                <a16:creationId xmlns:a16="http://schemas.microsoft.com/office/drawing/2014/main" id="{2AF6F5B3-E172-42F5-BEA7-E9DCAF496DAF}"/>
              </a:ext>
            </a:extLst>
          </p:cNvPr>
          <p:cNvSpPr/>
          <p:nvPr userDrawn="1"/>
        </p:nvSpPr>
        <p:spPr>
          <a:xfrm>
            <a:off x="0" y="-4921"/>
            <a:ext cx="8430763" cy="6862921"/>
          </a:xfrm>
          <a:custGeom>
            <a:avLst/>
            <a:gdLst>
              <a:gd name="connsiteX0" fmla="*/ 2056630 w 8430763"/>
              <a:gd name="connsiteY0" fmla="*/ 0 h 6862921"/>
              <a:gd name="connsiteX1" fmla="*/ 7092510 w 8430763"/>
              <a:gd name="connsiteY1" fmla="*/ 0 h 6862921"/>
              <a:gd name="connsiteX2" fmla="*/ 8430763 w 8430763"/>
              <a:gd name="connsiteY2" fmla="*/ 1317704 h 6862921"/>
              <a:gd name="connsiteX3" fmla="*/ 7208098 w 8430763"/>
              <a:gd name="connsiteY3" fmla="*/ 2545507 h 6862921"/>
              <a:gd name="connsiteX4" fmla="*/ 4685708 w 8430763"/>
              <a:gd name="connsiteY4" fmla="*/ 5047348 h 6862921"/>
              <a:gd name="connsiteX5" fmla="*/ 3450198 w 8430763"/>
              <a:gd name="connsiteY5" fmla="*/ 3814408 h 6862921"/>
              <a:gd name="connsiteX6" fmla="*/ 2062165 w 8430763"/>
              <a:gd name="connsiteY6" fmla="*/ 5194787 h 6862921"/>
              <a:gd name="connsiteX7" fmla="*/ 2062162 w 8430763"/>
              <a:gd name="connsiteY7" fmla="*/ 5196047 h 6862921"/>
              <a:gd name="connsiteX8" fmla="*/ 927918 w 8430763"/>
              <a:gd name="connsiteY8" fmla="*/ 6329521 h 6862921"/>
              <a:gd name="connsiteX9" fmla="*/ 1471613 w 8430763"/>
              <a:gd name="connsiteY9" fmla="*/ 6862921 h 6862921"/>
              <a:gd name="connsiteX10" fmla="*/ 0 w 8430763"/>
              <a:gd name="connsiteY10" fmla="*/ 6862921 h 6862921"/>
              <a:gd name="connsiteX11" fmla="*/ 0 w 8430763"/>
              <a:gd name="connsiteY11" fmla="*/ 4921 h 6862921"/>
              <a:gd name="connsiteX12" fmla="*/ 2056630 w 8430763"/>
              <a:gd name="connsiteY12" fmla="*/ 4921 h 68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30763" h="6862921">
                <a:moveTo>
                  <a:pt x="2056630" y="0"/>
                </a:moveTo>
                <a:lnTo>
                  <a:pt x="7092510" y="0"/>
                </a:lnTo>
                <a:lnTo>
                  <a:pt x="8430763" y="1317704"/>
                </a:lnTo>
                <a:lnTo>
                  <a:pt x="7208098" y="2545507"/>
                </a:lnTo>
                <a:lnTo>
                  <a:pt x="4685708" y="5047348"/>
                </a:lnTo>
                <a:lnTo>
                  <a:pt x="3450198" y="3814408"/>
                </a:lnTo>
                <a:lnTo>
                  <a:pt x="2062165" y="5194787"/>
                </a:lnTo>
                <a:lnTo>
                  <a:pt x="2062162" y="5196047"/>
                </a:lnTo>
                <a:cubicBezTo>
                  <a:pt x="1742818" y="5515135"/>
                  <a:pt x="1274179" y="6000248"/>
                  <a:pt x="927918" y="6329521"/>
                </a:cubicBezTo>
                <a:lnTo>
                  <a:pt x="1471613" y="6862921"/>
                </a:lnTo>
                <a:lnTo>
                  <a:pt x="0" y="6862921"/>
                </a:lnTo>
                <a:lnTo>
                  <a:pt x="0" y="4921"/>
                </a:lnTo>
                <a:lnTo>
                  <a:pt x="2056630" y="49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2D4BD49-AC20-4524-AC6B-33283B288052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>
            <a:blip r:embed="rId2"/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1620552" y="921018"/>
            <a:ext cx="3312130" cy="126006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620552" y="3118129"/>
            <a:ext cx="331213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20552" y="2821858"/>
            <a:ext cx="331213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accent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20XX/3/25</a:t>
            </a:fld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5.xml" Id="rId3" /><Relationship Type="http://schemas.openxmlformats.org/officeDocument/2006/relationships/themeOverride" Target="../theme/themeOverride2.xml" Id="rId1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>
            <a:extLst>
              <a:ext uri="{FF2B5EF4-FFF2-40B4-BE49-F238E27FC236}">
                <a16:creationId xmlns:a16="http://schemas.microsoft.com/office/drawing/2014/main" id="{83E3A31A-7A0C-4508-A14F-E1783F689800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8" name="">
            <a:extLst>
              <a:ext uri="{FF2B5EF4-FFF2-40B4-BE49-F238E27FC236}">
                <a16:creationId xmlns:a16="http://schemas.microsoft.com/office/drawing/2014/main" id="{1BCF8AED-B921-474B-92BF-4AA2E2D9956B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9" name="">
            <a:extLst>
              <a:ext uri="{FF2B5EF4-FFF2-40B4-BE49-F238E27FC236}">
                <a16:creationId xmlns:a16="http://schemas.microsoft.com/office/drawing/2014/main" id="{6AAE44C1-672F-42D5-AD6F-32EBB92F54CD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6" name="">
            <a:extLst>
              <a:ext uri="{FF2B5EF4-FFF2-40B4-BE49-F238E27FC236}">
                <a16:creationId xmlns:a16="http://schemas.microsoft.com/office/drawing/2014/main" id="{CB7F2E89-59B8-417B-9DF7-1138BFA46ABA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7" name="">
            <a:extLst>
              <a:ext uri="{FF2B5EF4-FFF2-40B4-BE49-F238E27FC236}">
                <a16:creationId xmlns:a16="http://schemas.microsoft.com/office/drawing/2014/main" id="{853BAD22-7ADF-44F3-A639-8E70773BF95E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168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4" name="">
            <a:extLst>
              <a:ext uri="{FF2B5EF4-FFF2-40B4-BE49-F238E27FC236}">
                <a16:creationId xmlns:a16="http://schemas.microsoft.com/office/drawing/2014/main" id="{3F0F7020-9795-49E4-AAA2-187F3A97DB11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168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"/>
          <p:cNvSpPr>
            <a:spLocks noGrp="1"/>
          </p:cNvSpPr>
          <p:nvPr>
            <p:ph type="subTitle" idx="1"/>
          </p:nvPr>
        </p:nvSpPr>
        <p:spPr>
          <a:xfrm>
            <a:off x="669925" y="4260775"/>
            <a:ext cx="3100330" cy="490791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SUBTITLE HERE</a:t>
            </a: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>
          <a:xfrm>
            <a:off x="669925" y="3227834"/>
            <a:ext cx="5706551" cy="370179"/>
          </a:xfrm>
        </p:spPr>
        <p:txBody>
          <a:bodyPr/>
          <a:lstStyle/>
          <a:p>
            <a:r>
              <a:rPr lang="en-US" altLang="zh-CN" sz="1600" dirty="0">
                <a:solidFill>
                  <a:schemeClr val="bg1"/>
                </a:solidFill>
              </a:rPr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>
          <a:xfrm>
            <a:off x="669925" y="4782203"/>
            <a:ext cx="4156680" cy="296271"/>
          </a:xfrm>
        </p:spPr>
        <p:txBody>
          <a:bodyPr/>
          <a:lstStyle/>
          <a:p>
            <a:r>
              <a:rPr lang="en-US" altLang="zh-CN" sz="1400" dirty="0">
                <a:solidFill>
                  <a:schemeClr val="bg1"/>
                </a:solidFill>
              </a:rPr>
              <a:t>OfficePLUS 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>
          <a:xfrm>
            <a:off x="669924" y="1130299"/>
            <a:ext cx="5940425" cy="2129689"/>
          </a:xfrm>
        </p:spPr>
        <p:txBody>
          <a:bodyPr/>
          <a:lstStyle/>
          <a:p>
            <a:r>
              <a:rPr lang="en-US" altLang="zh-CN" sz="4000" b="0" dirty="0">
                <a:solidFill>
                  <a:schemeClr val="accent4"/>
                </a:solidFill>
              </a:rPr>
              <a:t>OfficePLUS</a:t>
            </a:r>
            <a:r>
              <a:rPr lang="en-US" altLang="zh-CN" sz="4000" b="0" baseline="30000" dirty="0">
                <a:solidFill>
                  <a:schemeClr val="accent4"/>
                </a:solidFill>
              </a:rPr>
              <a:t>®</a:t>
            </a:r>
            <a:r>
              <a:rPr lang="en-US" altLang="zh-CN" sz="4000" b="0" dirty="0">
                <a:solidFill>
                  <a:schemeClr val="accent4"/>
                </a:solidFill>
              </a:rPr>
              <a:t>  </a:t>
            </a:r>
            <a:r>
              <a:rPr lang="en-US" altLang="zh-CN" sz="4000" b="0" dirty="0">
                <a:solidFill>
                  <a:schemeClr val="bg1"/>
                </a:solidFill>
              </a:rPr>
              <a:t>POWERPOINT </a:t>
            </a:r>
            <a:r>
              <a:rPr lang="en-US" altLang="zh-CN" b="0" dirty="0">
                <a:solidFill>
                  <a:schemeClr val="bg1"/>
                </a:solidFill>
              </a:rPr>
              <a:t>STANDARD </a:t>
            </a:r>
            <a:r>
              <a:rPr lang="en-US" altLang="zh-CN" sz="6600" dirty="0"/>
              <a:t>TEMPLATE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119503" y="1716734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Use "Title Only" Layout</a:t>
            </a:r>
            <a:endParaRPr lang="zh-CN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OfficePLUS</a:t>
            </a:r>
            <a:endParaRPr lang="zh-CN" altLang="en-US" dirty="0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68260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ctrTitle"/>
          </p:nvPr>
        </p:nvSpPr>
        <p:spPr>
          <a:xfrm>
            <a:off x="1163713" y="881342"/>
            <a:ext cx="3312130" cy="1507751"/>
          </a:xfrm>
        </p:spPr>
        <p:txBody>
          <a:bodyPr/>
          <a:lstStyle/>
          <a:p>
            <a:r>
              <a:rPr lang="en-US" altLang="zh-CN" sz="4800" dirty="0"/>
              <a:t>Thanks.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sz="2400" b="0" dirty="0"/>
              <a:t>And Your Slogan Here.</a:t>
            </a:r>
            <a:endParaRPr lang="zh-CN" altLang="en-US" b="0" dirty="0"/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>
          <a:xfrm>
            <a:off x="1163713" y="3598958"/>
            <a:ext cx="3312130" cy="310871"/>
          </a:xfrm>
        </p:spPr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>
          <a:xfrm>
            <a:off x="1163713" y="3238624"/>
            <a:ext cx="3312130" cy="296271"/>
          </a:xfrm>
        </p:spPr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ISLIDE.THEME" val="89dd34d1-e440-4ce9-9dce-a3a368b0545c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85A75"/>
      </a:accent1>
      <a:accent2>
        <a:srgbClr val="BBC7DD"/>
      </a:accent2>
      <a:accent3>
        <a:srgbClr val="00215B"/>
      </a:accent3>
      <a:accent4>
        <a:srgbClr val="FFBF00"/>
      </a:accent4>
      <a:accent5>
        <a:srgbClr val="91A7CA"/>
      </a:accent5>
      <a:accent6>
        <a:srgbClr val="1D3248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758</ap:Words>
  <ap:Application>Microsoft Office PowerPoint</ap:Application>
  <ap:PresentationFormat>宽屏</ap:PresentationFormat>
  <ap:Paragraphs>95</ap:Paragraphs>
  <ap:Slides>8</ap:Slides>
  <ap:Notes>3</ap:Notes>
  <ap:HiddenSlides>3</ap:HiddenSlides>
  <ap:MMClips>0</ap:MMClips>
  <ap:ScaleCrop>false</ap:ScaleCrop>
  <ap:HeadingPairs>
    <vt:vector baseType="variant" size="6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4">
      <vt:lpstr>宋体</vt:lpstr>
      <vt:lpstr>微软雅黑</vt:lpstr>
      <vt:lpstr>Arial</vt:lpstr>
      <vt:lpstr>Calibri</vt:lpstr>
      <vt:lpstr>Impact</vt:lpstr>
      <vt:lpstr>主题5</vt:lpstr>
      <vt:lpstr>ISLIDE®  POWERPOINT STANDARD TEMPLATE</vt:lpstr>
      <vt:lpstr>PowerPoint 演示文稿</vt:lpstr>
      <vt:lpstr>Section Header Here</vt:lpstr>
      <vt:lpstr>Use "Title Only" Layout</vt:lpstr>
      <vt:lpstr>Thanks.  And Your Slogan Here.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15.0000</ap:AppVersion>
  <ap:Company>iSlide</ap:Company>
  <ap:Manager>iSlide</ap:Manager>
  <ap:TotalTime>0</ap:TotalTime>
  <ap:Template>iSlide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iSlide</dc:creator>
  <lastModifiedBy>iSlide</lastModifiedBy>
  <revision>1</revision>
  <lastPrinted>2019-03-24T16:00:00.0000000Z</lastPrinted>
  <dcterms:created xsi:type="dcterms:W3CDTF">2019-03-24T16:00:00.0000000Z</dcterms:created>
  <dcterms:modified xsi:type="dcterms:W3CDTF">2019-03-24T16:00:00.0000000Z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