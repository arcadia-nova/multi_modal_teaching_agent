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单页内容测试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唯一页面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这是唯一的页面内容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