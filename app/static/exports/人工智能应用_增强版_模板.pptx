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人工智能概述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人工智能的定义：人工智能是模拟人类智能行为的计算机系统，能够执行诸如学习、推理、感知、决策等任务</a:t>
            </a:r>
          </a:p>
          <a:p>
            <a:r>
              <a:t>- 人工智能的基本概念：包括智能体、感知、推理、学习、规划、自然语言处理、计算机视觉等核心要素</a:t>
            </a:r>
          </a:p>
          <a:p>
            <a:r>
              <a:t>- 人工智能的发展历程：从1956年达特茅斯会议提出AI概念，到20世纪70年代专家系统兴起，再到21世纪大数据与深度学习推动的爆发式发展</a:t>
            </a:r>
          </a:p>
          <a:p>
            <a:r>
              <a:t>- 技术演进阶段：符号主义、连接主义、行为主义等不同学派在不同时期主导AI技术发展</a:t>
            </a:r>
          </a:p>
          <a:p>
            <a:r>
              <a:t>- 机器学习的核心思想：通过数据训练模型，使计算机具备从经验中学习和改进的能力</a:t>
            </a:r>
          </a:p>
          <a:p>
            <a:r>
              <a:t>- 深度学习的突破：基于多层神经网络的模型，显著提升了图像识别、语音处理等任务的准确率</a:t>
            </a:r>
          </a:p>
          <a:p>
            <a:r>
              <a:t>- 强化学习的应用：通过试错机制让系统在动态环境中自主学习最优策略，广泛应用于游戏、机器人等领域</a:t>
            </a:r>
          </a:p>
          <a:p>
            <a:r>
              <a:t>- 自然语言处理的进展：实现机器对人类语言的理解与生成，支撑了智能客服、翻译系统等应用</a:t>
            </a:r>
          </a:p>
          <a:p>
            <a:r>
              <a:t>- 计算机视觉的提升：通过卷积神经网络等技术，实现了高精度的图像识别、目标检测与视频分析</a:t>
            </a:r>
          </a:p>
          <a:p>
            <a:r>
              <a:t>- 人工智能的伦理与社会影响：引发关于隐私、就业、算法偏见、自主决策责任等广泛讨论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人工智能在各领域的应用案例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教育领域：智能教学系统，通过AI分析学生学习行为并调整教学策略；个性化学习推荐，根据学生兴趣和能力提供定制化学习内容；自动化评估工具，利用自然语言处理和机器学习进行作业和考试的自动批改与反馈。</a:t>
            </a:r>
          </a:p>
          <a:p>
            <a:r>
              <a:t>医疗领域：疾病诊断辅助，借助AI算法提升早期疾病识别准确率；医学影像分析，通过深度学习技术提高影像识别效率和精度；药物研发与患者管理，利用AI加速新药研发过程并优化患者治疗方案。</a:t>
            </a:r>
          </a:p>
          <a:p>
            <a:r>
              <a:t>交通领域：自动驾驶技术，结合传感器与AI实现车辆自主决策与行驶；交通流量优化，基于大数据和AI预测并调节交通拥堵情况；智能交通管理系统，整合多种数据源实现城市交通的实时监控与调度。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人工智能的未来发展趋势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AI与物联网、大数据的深度融合，推动智能设备与数据驱动决策的无缝衔接，实现更高效、实时的自动化系统。</a:t>
            </a:r>
          </a:p>
          <a:p>
            <a:r>
              <a:t>伦理与法律问题的日益重要性，促使全球范围内建立更完善的AI治理框架，确保技术发展符合社会价值观与公平原则。</a:t>
            </a:r>
          </a:p>
          <a:p>
            <a:r>
              <a:t>AI在可持续发展和全球挑战中的潜力与机遇，体现在气候变化预测、能源优化、生态保护等关键领域的深度应用与创新突破。</a:t>
            </a:r>
          </a:p>
          <a:p>
            <a:r>
              <a:t>AI技术将向更通用化、自主化的方向演进，推动跨领域智能系统的协同与自适应能力提升。</a:t>
            </a:r>
          </a:p>
          <a:p>
            <a:r>
              <a:t>人机协作模式不断深化，AI作为增强人类能力的工具，将在医疗、教育、制造等场景中发挥更核心的辅助与决策作用。</a:t>
            </a:r>
          </a:p>
          <a:p>
            <a:r>
              <a:t>AI模型的可解释性与透明度成为关键技术指标，以增强用户信任并满足监管要求。</a:t>
            </a:r>
          </a:p>
          <a:p>
            <a:r>
              <a:t>边缘计算与AI结合，提升数据处理效率与隐私保护，推动AI在实时应用场景中的广泛应用。</a:t>
            </a:r>
          </a:p>
          <a:p>
            <a:r>
              <a:t>AI驱动的个性化服务将成为主流，从智能推荐到定制化医疗，全面提升用户体验与服务质量。</a:t>
            </a:r>
          </a:p>
          <a:p>
            <a:r>
              <a:t>全球AI竞争加剧，各国在技术、人才、基础设施等方面的投入持续增加，形成多元化的技术生态格局。</a:t>
            </a:r>
          </a:p>
          <a:p>
            <a:r>
              <a:t>AI在国家安全与国防领域的应用日益广泛，推动军事智能化与战略决策的变革与升级。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