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人工智能应用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什么是人工智能（AI）</a:t>
            </a:r>
          </a:p>
          <a:p>
            <a:r>
              <a:t>人工智能的发展历程</a:t>
            </a:r>
          </a:p>
          <a:p>
            <a:r>
              <a:t>人工智能的主要类型与技术基础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人工智能在各领域的应用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医疗健康中的AI应用（如诊断、药物研发）</a:t>
            </a:r>
          </a:p>
          <a:p>
            <a:r>
              <a:t>智能制造与工业自动化中的AI应用</a:t>
            </a:r>
          </a:p>
          <a:p>
            <a:r>
              <a:t>金融服务与金融科技中的AI应用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人工智能的挑战与未来展望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人工智能面临的技术与伦理挑战</a:t>
            </a:r>
          </a:p>
          <a:p>
            <a:r>
              <a:t>数据隐私与安全问题</a:t>
            </a:r>
          </a:p>
          <a:p>
            <a:r>
              <a:t>人工智能未来发展趋势与机遇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