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自定义文件名测试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测试页面1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测试内容1</a:t>
            </a:r>
          </a:p>
          <a:p>
            <a:r>
              <a:t>测试内容2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