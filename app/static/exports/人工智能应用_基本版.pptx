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人工智能应用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什么是人工智能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人工智能的定义</a:t>
            </a:r>
          </a:p>
          <a:p>
            <a:r>
              <a:t>人工智能的发展历史</a:t>
            </a:r>
          </a:p>
          <a:p>
            <a:r>
              <a:t>人工智能的应用领域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人工智能的核心技术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机器学习</a:t>
            </a:r>
          </a:p>
          <a:p>
            <a:r>
              <a:t>深度学习</a:t>
            </a:r>
          </a:p>
          <a:p>
            <a:r>
              <a:t>自然语言处理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人工智能的未来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发展趋势</a:t>
            </a:r>
          </a:p>
          <a:p>
            <a:r>
              <a:t>挑战与机遇</a:t>
            </a:r>
          </a:p>
          <a:p>
            <a:r>
              <a:t>伦理问题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