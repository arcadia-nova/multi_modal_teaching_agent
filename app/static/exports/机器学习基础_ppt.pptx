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机器学习基础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机器学习概述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定义</a:t>
            </a:r>
          </a:p>
          <a:p>
            <a:r>
              <a:t>类型</a:t>
            </a:r>
          </a:p>
          <a:p>
            <a:r>
              <a:t>应用场景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监督学习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分类</a:t>
            </a:r>
          </a:p>
          <a:p>
            <a:r>
              <a:t>回归</a:t>
            </a:r>
          </a:p>
          <a:p>
            <a:r>
              <a:t>常见算法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无监督学习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聚类</a:t>
            </a:r>
          </a:p>
          <a:p>
            <a:r>
              <a:t>降维</a:t>
            </a:r>
          </a:p>
          <a:p>
            <a:r>
              <a:t>异常检测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