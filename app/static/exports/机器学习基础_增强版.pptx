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机器学习基础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机器学习概述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机器学习是人工智能的一个分支，旨在让计算机通过数据学习并改进其性能，而无需显式编程</a:t>
            </a:r>
          </a:p>
          <a:p>
            <a:r>
              <a:t>- 机器学习的核心思想是通过分析大量数据，自动发现模式并做出预测或决策</a:t>
            </a:r>
          </a:p>
          <a:p>
            <a:r>
              <a:t>- 机器学习主要分为监督学习、无监督学习、半监督学习和强化学习四类</a:t>
            </a:r>
          </a:p>
          <a:p>
            <a:r>
              <a:t>- 监督学习依赖于带有标签的数据集，用于分类和回归任务</a:t>
            </a:r>
          </a:p>
          <a:p>
            <a:r>
              <a:t>- 无监督学习处理没有标签的数据，常用于聚类和降维</a:t>
            </a:r>
          </a:p>
          <a:p>
            <a:r>
              <a:t>- 半监督学习结合了有标签和无标签数据，适用于标签获取成本高的场景</a:t>
            </a:r>
          </a:p>
          <a:p>
            <a:r>
              <a:t>- 强化学习通过与环境的交互来学习最优策略，广泛应用于机器人和游戏领域</a:t>
            </a:r>
          </a:p>
          <a:p>
            <a:r>
              <a:t>- 机器学习的应用场景涵盖图像识别、自然语言处理、推荐系统、金融风控、医疗诊断等多个领域</a:t>
            </a:r>
          </a:p>
          <a:p>
            <a:r>
              <a:t>- 机器学习模型的性能依赖于数据质量、特征工程和算法选择</a:t>
            </a:r>
          </a:p>
          <a:p>
            <a:r>
              <a:t>- 机器学习的发展推动了大数据、云计算和自动化技术的深度融合与创新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监督学习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监督学习定义：基于带有标签的数据集，通过学习输入与输出之间的映射关系来进行预测</a:t>
            </a:r>
          </a:p>
          <a:p>
            <a:r>
              <a:t>- 分类任务：预测离散的类别标签，如垃圾邮件检测、图像识别</a:t>
            </a:r>
          </a:p>
          <a:p>
            <a:r>
              <a:t>- 回归任务：预测连续数值，如房价预测、温度预测</a:t>
            </a:r>
          </a:p>
          <a:p>
            <a:r>
              <a:t>- 监督学习的核心目标：最小化损失函数，提高模型在测试数据上的泛化能力</a:t>
            </a:r>
          </a:p>
          <a:p>
            <a:r>
              <a:t>- 特征选择与工程：对原始数据进行处理，提取有助于模型训练的特征</a:t>
            </a:r>
          </a:p>
          <a:p>
            <a:r>
              <a:t>- 数据划分：通常将数据分为训练集、验证集和测试集，用于模型训练与评估</a:t>
            </a:r>
          </a:p>
          <a:p>
            <a:r>
              <a:t>- 损失函数：衡量模型预测结果与真实值之间的差异，如均方误差（MSE）、交叉熵损失</a:t>
            </a:r>
          </a:p>
          <a:p>
            <a:r>
              <a:t>- 优化算法：用于更新模型参数以最小化损失，如梯度下降、随机梯度下降</a:t>
            </a:r>
          </a:p>
          <a:p>
            <a:r>
              <a:t>- 常见分类算法：逻辑回归、支持向量机（SVM）、决策树、随机森林、K近邻（KNN）、神经网络</a:t>
            </a:r>
          </a:p>
          <a:p>
            <a:r>
              <a:t>- 常见回归算法：线性回归、岭回归、Lasso回归、决策树回归、梯度提升机（GBM）</a:t>
            </a:r>
          </a:p>
          <a:p>
            <a:r>
              <a:t>- 过拟合与欠拟合：模型在训练数据上表现好但测试数据差为过拟合，反之为欠拟合</a:t>
            </a:r>
          </a:p>
          <a:p>
            <a:r>
              <a:t>- 正则化方法：如L1、L2正则化，用于防止模型过拟合</a:t>
            </a:r>
          </a:p>
          <a:p>
            <a:r>
              <a:t>- 交叉验证：通过多次划分数据集来更准确地评估模型性能</a:t>
            </a:r>
          </a:p>
          <a:p>
            <a:r>
              <a:t>- 模型评估指标：分类任务常用准确率、精确率、召回率、F1分数；回归任务常用R²、MAE、RMSE</a:t>
            </a:r>
          </a:p>
          <a:p>
            <a:r>
              <a:t>- 超参数调优：通过网格搜索、随机搜索或贝叶斯优化等方法优化模型性能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无监督学习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聚类是无监督学习的核心方法，用于将数据划分为具有相似特征的组</a:t>
            </a:r>
          </a:p>
          <a:p>
            <a:r>
              <a:t>- 常见聚类算法包括K均值、层次聚类、DBSCAN和高斯混合模型（GMM）</a:t>
            </a:r>
          </a:p>
          <a:p>
            <a:r>
              <a:t>- K均值算法通过迭代优化中心点来最小化样本与中心的平方误差和</a:t>
            </a:r>
          </a:p>
          <a:p>
            <a:r>
              <a:t>- 层次聚类通过构建树状结构展示数据的层次关系，适用于不同粒度的分析</a:t>
            </a:r>
          </a:p>
          <a:p>
            <a:r>
              <a:t>- DBSCAN基于密度进行聚类，能够识别噪声点并处理任意形状的簇</a:t>
            </a:r>
          </a:p>
          <a:p>
            <a:r>
              <a:t>- 降维技术用于减少数据维度，同时保留重要信息，常用于可视化和提高模型效率</a:t>
            </a:r>
          </a:p>
          <a:p>
            <a:r>
              <a:t>- 主成分分析（PCA）是一种线性降维方法，通过最大化方差来提取主成分</a:t>
            </a:r>
          </a:p>
          <a:p>
            <a:r>
              <a:t>- t-SNE 是一种非线性降维方法，特别适合高维数据的可视化</a:t>
            </a:r>
          </a:p>
          <a:p>
            <a:r>
              <a:t>- 异常检测旨在识别与大多数数据显著不同的样本，常用于欺诈检测和系统监控</a:t>
            </a:r>
          </a:p>
          <a:p>
            <a:r>
              <a:t>- 基于统计的方法如Z-score、孤立森林等可用于检测异常点</a:t>
            </a:r>
          </a:p>
          <a:p>
            <a:r>
              <a:t>- 无监督学习不依赖标签数据，因此在数据标注困难或成本高的场景中尤为重要</a:t>
            </a:r>
          </a:p>
          <a:p>
            <a:r>
              <a:t>- 无监督学习结果的评估通常依赖于领域知识或外部指标，如轮廓系数、Davies-Bouldin指数等</a:t>
            </a:r>
          </a:p>
          <a:p>
            <a:r>
              <a:t>- 聚类和降维可以作为预处理步骤，为后续有监督学习任务提供更有效的特征表示</a:t>
            </a:r>
          </a:p>
          <a:p>
            <a:r>
              <a:t>- 无监督学习在推荐系统、客户细分、图像分割等领域有广泛应用</a:t>
            </a:r>
          </a:p>
          <a:p>
            <a:r>
              <a:t>- 随着深度学习的发展，出现了自编码器、变分自编码器（VAE）等无监督学习模型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