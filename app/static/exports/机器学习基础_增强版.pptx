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机器学习基础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机器学习概述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机器学习是人工智能的一个分支，旨在使计算机能够通过数据学习并改进其性能，而无需显式编程</a:t>
            </a:r>
          </a:p>
          <a:p>
            <a:r>
              <a:t>- 机器学习的核心思想是利用数据训练模型，使其能够对未知数据进行预测或决策</a:t>
            </a:r>
          </a:p>
          <a:p>
            <a:r>
              <a:t>- 机器学习主要分为三类：监督学习、无监督学习和强化学习</a:t>
            </a:r>
          </a:p>
          <a:p>
            <a:r>
              <a:t>- 监督学习依赖于带有标签的数据集，用于预测或分类任务，如回归和分类</a:t>
            </a:r>
          </a:p>
          <a:p>
            <a:r>
              <a:t>- 无监督学习处理没有标签的数据，常用于聚类和降维，如K均值和主成分分析</a:t>
            </a:r>
          </a:p>
          <a:p>
            <a:r>
              <a:t>- 强化学习通过与环境的交互来学习策略，以最大化累积奖励，常见于机器人控制和游戏AI</a:t>
            </a:r>
          </a:p>
          <a:p>
            <a:r>
              <a:t>- 机器学习广泛应用于图像识别、自然语言处理、推荐系统、金融风控、医疗诊断等多个领域</a:t>
            </a:r>
          </a:p>
          <a:p>
            <a:r>
              <a:t>- 机器学习流程通常包括数据收集、数据预处理、特征工程、模型选择与训练、模型评估与调优</a:t>
            </a:r>
          </a:p>
          <a:p>
            <a:r>
              <a:t>- 模型评估常用指标包括准确率、精确率、召回率、F1分数、AUC-ROC曲线等</a:t>
            </a:r>
          </a:p>
          <a:p>
            <a:r>
              <a:t>- 过拟合和欠拟合是机器学习中常见的问题，需通过交叉验证、正则化等方法进行解决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监督学习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监督学习定义：基于带有标签的数据集，通过学习输入与输出之间的映射关系进行预测</a:t>
            </a:r>
          </a:p>
          <a:p>
            <a:r>
              <a:t>- 分类任务：预测离散的类别标签，如垃圾邮件检测、图像识别</a:t>
            </a:r>
          </a:p>
          <a:p>
            <a:r>
              <a:t>- 回归任务：预测连续数值，如房价预测、温度预测</a:t>
            </a:r>
          </a:p>
          <a:p>
            <a:r>
              <a:t>- 监督学习流程：数据收集、特征提取、模型训练、模型评估、模型部署</a:t>
            </a:r>
          </a:p>
          <a:p>
            <a:r>
              <a:t>- 损失函数作用：衡量模型预测值与真实值之间的误差，用于优化模型参数</a:t>
            </a:r>
          </a:p>
          <a:p>
            <a:r>
              <a:t>- 常见分类算法：逻辑回归、支持向量机（SVM）、决策树、随机森林、K近邻（KNN）、神经网络</a:t>
            </a:r>
          </a:p>
          <a:p>
            <a:r>
              <a:t>- 常见回归算法：线性回归、岭回归、Lasso回归、决策树回归、梯度提升树（GBDT）</a:t>
            </a:r>
          </a:p>
          <a:p>
            <a:r>
              <a:t>- 过拟合与欠拟合：模型在训练集表现好但泛化能力差为过拟合，反之为欠拟合</a:t>
            </a:r>
          </a:p>
          <a:p>
            <a:r>
              <a:t>- 交叉验证方法：如k折交叉验证，用于评估模型性能并防止过拟合</a:t>
            </a:r>
          </a:p>
          <a:p>
            <a:r>
              <a:t>- 特征工程的重要性：选择和构造合适的特征能显著提升模型性能</a:t>
            </a:r>
          </a:p>
          <a:p>
            <a:r>
              <a:t>- 标准化与归一化：对输入特征进行处理以提高模型收敛速度和性能</a:t>
            </a:r>
          </a:p>
          <a:p>
            <a:r>
              <a:t>- 模型评估指标：分类任务常用准确率、精确率、召回率、F1分数；回归任务常用均方误差（MSE）、平均绝对误差（MAE）</a:t>
            </a:r>
          </a:p>
          <a:p>
            <a:r>
              <a:t>- 正则化技术：如L1/L2正则化，用于控制模型复杂度，防止过拟合</a:t>
            </a:r>
          </a:p>
          <a:p>
            <a:r>
              <a:t>- 有监督学习的应用场景：金融风控、医疗诊断、推荐系统、自然语言处理等</a:t>
            </a:r>
          </a:p>
          <a:p>
            <a:r>
              <a:t>- 监督学习与无监督学习的区别：是否依赖带标签的数据进行训练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无监督学习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聚类是无监督学习的核心方法，用于将数据划分为具有相似特征的子集</a:t>
            </a:r>
          </a:p>
          <a:p>
            <a:r>
              <a:t>- 常见聚类算法包括K均值、层次聚类、DBSCAN和高斯混合模型（GMM）</a:t>
            </a:r>
          </a:p>
          <a:p>
            <a:r>
              <a:t>- 聚类可用于客户分群、图像分割和文档分类等任务</a:t>
            </a:r>
          </a:p>
          <a:p>
            <a:r>
              <a:t>- 降维技术旨在减少数据维度同时保留关键信息，常用于可视化和特征压缩</a:t>
            </a:r>
          </a:p>
          <a:p>
            <a:r>
              <a:t>- 主成分分析（PCA）和t-SNE是常用的降维方法，分别适用于线性和非线性数据</a:t>
            </a:r>
          </a:p>
          <a:p>
            <a:r>
              <a:t>- 异常检测用于识别与大多数数据显著不同的样本，常用于欺诈检测和系统监控</a:t>
            </a:r>
          </a:p>
          <a:p>
            <a:r>
              <a:t>- 无监督异常检测方法包括基于统计的方法、密度估计和孤立森林等</a:t>
            </a:r>
          </a:p>
          <a:p>
            <a:r>
              <a:t>- 无监督学习不依赖标签数据，适合处理未标注的大规模数据集</a:t>
            </a:r>
          </a:p>
          <a:p>
            <a:r>
              <a:t>- 评估无监督学习模型通常依赖于领域知识或外部指标，如轮廓系数和簇内误差</a:t>
            </a:r>
          </a:p>
          <a:p>
            <a:r>
              <a:t>- 无监督学习在推荐系统、数据压缩和预处理中发挥重要作用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