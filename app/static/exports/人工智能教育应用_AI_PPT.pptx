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人工智能在教育中的应用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人工智能与教育的结合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人工智能技术的发展历程及其对教育领域的渗透</a:t>
            </a:r>
          </a:p>
          <a:p>
            <a:r>
              <a:t>传统教育模式与AI技术融合的必要性</a:t>
            </a:r>
          </a:p>
          <a:p>
            <a:r>
              <a:t>人工智能在教育中的主要应用场景概述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人工智能在教学中的具体应用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智能教学系统：个性化学习路径推荐</a:t>
            </a:r>
          </a:p>
          <a:p>
            <a:r>
              <a:t>自动化作业批改与反馈机制</a:t>
            </a:r>
          </a:p>
          <a:p>
            <a:r>
              <a:t>虚拟助教与智能问答系统提升教学效率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人工智能对教育的影响与挑战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提升学习效率与资源公平分配的可能性</a:t>
            </a:r>
          </a:p>
          <a:p>
            <a:r>
              <a:t>教师角色的转变与技能需求变化</a:t>
            </a:r>
          </a:p>
          <a:p>
            <a:r>
              <a:t>数据隐私、算法偏见与伦理问题的探讨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