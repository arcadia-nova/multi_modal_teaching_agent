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人工智能在教育中的应用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人工智能与教育的结合背景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传统教育模式的局限性</a:t>
            </a:r>
          </a:p>
          <a:p>
            <a:r>
              <a:t>信息技术发展对教育的影响</a:t>
            </a:r>
          </a:p>
          <a:p>
            <a:r>
              <a:t>人工智能技术的兴起与普及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人工智能在教育中的主要应用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智能教学系统与个性化学习</a:t>
            </a:r>
          </a:p>
          <a:p>
            <a:r>
              <a:t>自动化评估与反馈机制</a:t>
            </a:r>
          </a:p>
          <a:p>
            <a:r>
              <a:t>虚拟助教与智能答疑系统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人工智能教育的挑战与未来展望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数据隐私与伦理问题</a:t>
            </a:r>
          </a:p>
          <a:p>
            <a:r>
              <a:t>教师角色的转变与技能提升</a:t>
            </a:r>
          </a:p>
          <a:p>
            <a:r>
              <a:t>未来教育模式的发展趋势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