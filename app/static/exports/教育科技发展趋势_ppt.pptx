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教育科技发展趋势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教育科技概述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定义与范围</a:t>
            </a:r>
          </a:p>
          <a:p>
            <a:r>
              <a:t>发展历程</a:t>
            </a:r>
          </a:p>
          <a:p>
            <a:r>
              <a:t>核心技术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智能教学系统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自适应学习</a:t>
            </a:r>
          </a:p>
          <a:p>
            <a:r>
              <a:t>智能评测</a:t>
            </a:r>
          </a:p>
          <a:p>
            <a:r>
              <a:t>个性化推荐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VR/AR教育应用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沉浸式学习</a:t>
            </a:r>
          </a:p>
          <a:p>
            <a:r>
              <a:t>虚拟实验室</a:t>
            </a:r>
          </a:p>
          <a:p>
            <a:r>
              <a:t>场景化教学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AI教师助手</a:t>
            </a:r>
          </a:p>
          <a:p>
            <a:r>
              <a:t>元宇宙教育</a:t>
            </a:r>
          </a:p>
          <a:p>
            <a:r>
              <a:t>终身学习生态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