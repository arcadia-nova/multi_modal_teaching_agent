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人工智能技术发展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模拟人类智能的技术</a:t>
            </a:r>
          </a:p>
          <a:p>
            <a:r>
              <a:t>涵盖多个领域</a:t>
            </a:r>
          </a:p>
          <a:p>
            <a:r>
              <a:t>不断演进的概念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技术发展阶段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规则系统</a:t>
            </a:r>
          </a:p>
          <a:p>
            <a:r>
              <a:t>机器学习</a:t>
            </a:r>
          </a:p>
          <a:p>
            <a:r>
              <a:t>深度学习</a:t>
            </a:r>
          </a:p>
          <a:p>
            <a:r>
              <a:t>大语言模型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智能助手</a:t>
            </a:r>
          </a:p>
          <a:p>
            <a:r>
              <a:t>计算机视觉</a:t>
            </a:r>
          </a:p>
          <a:p>
            <a:r>
              <a:t>自然语言处理</a:t>
            </a:r>
          </a:p>
          <a:p>
            <a:r>
              <a:t>自动驾驶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多模态融合</a:t>
            </a:r>
          </a:p>
          <a:p>
            <a:r>
              <a:t>自主学习</a:t>
            </a:r>
          </a:p>
          <a:p>
            <a:r>
              <a:t>伦理与安全</a:t>
            </a:r>
          </a:p>
          <a:p>
            <a:r>
              <a:t>行业应用深化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