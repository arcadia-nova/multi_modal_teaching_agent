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9"/>
    <p:sldId id="258" r:id="rId8"/>
    <p:sldId id="259" r:id="rId7"/>
    <p:sldId id="260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6" autoAdjust="0"/>
    <p:restoredTop sz="96182" autoAdjust="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2018/3/13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 dirty="0"/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20XX/3/13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20XX/3/13</a:t>
            </a:fld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t>好朋友的好处</a:t>
            </a: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>
          <a:xfrm>
            <a:off x="2026444" y="3572321"/>
            <a:ext cx="8137923" cy="222203"/>
          </a:xfrm>
        </p:spPr>
        <p:txBody>
          <a:bodyPr/>
          <a:lstStyle/>
          <a:p>
            <a:r>
              <a:rPr lang="en-US" altLang="zh-CN" sz="1500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>
          <a:xfrm>
            <a:off x="2026444" y="3794524"/>
            <a:ext cx="8137923" cy="222203"/>
          </a:xfrm>
        </p:spPr>
        <p:txBody>
          <a:bodyPr/>
          <a:lstStyle/>
          <a:p>
            <a:r>
              <a:rPr lang="en-US" altLang="zh-CN" sz="1500" dirty="0"/>
              <a:t>OfficePLUS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情感支持：朋友是心灵的港湾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好朋友能在我们感到脆弱时提供无条件的接纳与理解，成为情感上的避风港。</a:t>
            </a:r>
          </a:p>
          <a:p>
            <a:r>
              <a:t>- 在面对压力或挫折时，朋友的倾听和陪伴有助于减轻心理负担，提升情绪调节能力。</a:t>
            </a:r>
          </a:p>
          <a:p>
            <a:r>
              <a:t>- 通过真诚的交流，朋友能够帮助我们更清晰地认识自己，促进自我成长与内心平和。</a:t>
            </a:r>
          </a:p>
          <a:p>
            <a:r>
              <a:t>- 情感支持不仅限于言语，一个温暖的拥抱或沉默的陪伴同样能带来巨大的安慰。</a:t>
            </a:r>
          </a:p>
          <a:p>
            <a:r>
              <a:t>- 长期稳定的情感支持关系有助于建立安全感，增强面对生活挑战的信心与勇气。</a:t>
            </a:r>
          </a:p>
          <a:p>
            <a:r>
              <a:t>- 朋友间的相互信任与尊重，使我们在分享内心世界时感到被重视和被理解。</a:t>
            </a:r>
          </a:p>
          <a:p>
            <a:r>
              <a:t>- 情感支持还能在关键时刻为我们提供新的视角，帮助我们走出情绪困境。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学习帮助：共同进步的力量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好朋友可以互相讨论学习问题，提高学习效率，促进知识的理解与掌握。</a:t>
            </a:r>
          </a:p>
          <a:p>
            <a:r>
              <a:t>在考试或项目中，朋友之间可以相互激励和协助，增强信心与动力。</a:t>
            </a:r>
          </a:p>
          <a:p>
            <a:r>
              <a:t>通过交流知识和经验，不仅拓宽视野，还能提升综合素质与解决问题的能力。</a:t>
            </a:r>
          </a:p>
          <a:p>
            <a:r>
              <a:t>共同学习能营造积极向上的氛围，激发彼此的求知欲和创造力。</a:t>
            </a:r>
          </a:p>
          <a:p>
            <a:r>
              <a:t>朋友间的合作学习有助于培养团队精神和沟通能力，为未来打下良好基础。</a:t>
            </a:r>
          </a:p>
          <a:p>
            <a:r>
              <a:t>在遇到困难时，朋友能提供情感支持和实际帮助，增强克服挑战的勇气。</a:t>
            </a:r>
          </a:p>
          <a:p>
            <a:r>
              <a:t>良好的学习伙伴关系能促进个人成长，使学习过程更加愉快和高效。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成长陪伴与困难分担：友谊的长期价值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好朋友在人生不同阶段提供陪伴，见证彼此的成长，增强自我认同与归属感。</a:t>
            </a:r>
          </a:p>
          <a:p>
            <a:r>
              <a:t>面对困难时，朋友会一起想办法，减轻压力，提升解决问题的能力与心理韧性。</a:t>
            </a:r>
          </a:p>
          <a:p>
            <a:r>
              <a:t>良好的友谊有助于建立积极的人际关系网络，促进个人发展与社会支持系统的形成。</a:t>
            </a:r>
          </a:p>
          <a:p>
            <a:r>
              <a:t>长期的友谊能够提供稳定的情感支持，帮助个体更好地应对生活中的变化与挑战。</a:t>
            </a:r>
          </a:p>
          <a:p>
            <a:r>
              <a:t>朋友间的相互理解与信任，能促进个人性格的成熟与情感的丰富。</a:t>
            </a:r>
          </a:p>
          <a:p>
            <a:r>
              <a:t>在关键时刻，好朋友往往成为重要的精神支柱，给予鼓励与力量。</a:t>
            </a:r>
          </a:p>
          <a:p>
            <a:r>
              <a:t>持续的陪伴让成长过程不再孤单，使人生旅程更加充实与有意义。</a:t>
            </a:r>
          </a:p>
          <a:p>
            <a:r>
              <a:t>友谊的长期价值不仅体现在情感上，也体现在共同经历和相互成就中。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如何维护良好的友谊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保持真诚沟通，及时表达感受和需求，避免误解和积怨。</a:t>
            </a:r>
          </a:p>
          <a:p>
            <a:r>
              <a:t>尊重对方的个性和选择，接纳差异，建立稳固的互信基础。</a:t>
            </a:r>
          </a:p>
          <a:p>
            <a:r>
              <a:t>定期互动和关心，通过日常交流和共同活动维持友谊的活力与深度。</a:t>
            </a:r>
          </a:p>
          <a:p>
            <a:r>
              <a:t>在对方需要时给予支持和帮助，展现可靠和体贴的一面。</a:t>
            </a:r>
          </a:p>
          <a:p>
            <a:r>
              <a:t>学会倾听和共情，理解对方的情绪和立场，增强情感连接。</a:t>
            </a:r>
          </a:p>
          <a:p>
            <a:r>
              <a:t>保持适度的独立性，避免过度依赖，让友谊更加健康和持久。</a:t>
            </a:r>
          </a:p>
          <a:p>
            <a:r>
              <a:t>在冲突中理性处理，以解决问题为导向，而非指责对方。</a:t>
            </a:r>
          </a:p>
          <a:p>
            <a:r>
              <a:t>共同成长和进步，鼓励彼此实现目标，提升友谊的价值和意义。</a:t>
            </a:r>
          </a:p>
          <a:p>
            <a:r>
              <a:t>珍惜彼此的付出，适时表达感激和认可，增强关系的温暖感。</a:t>
            </a:r>
          </a:p>
          <a:p>
            <a:r>
              <a:t>保持积极乐观的态度，用正能量影响对方，营造愉快的相处氛围。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769</ap:Words>
  <ap:Application>Microsoft Office PowerPoint</ap:Application>
  <ap:PresentationFormat>宽屏</ap:PresentationFormat>
  <ap:Paragraphs>96</ap:Paragraphs>
  <ap:Slides>8</ap:Slides>
  <ap:Notes>3</ap:Notes>
  <ap:HiddenSlides>3</ap:HiddenSlides>
  <ap:MMClips>0</ap:MMClips>
  <ap:ScaleCrop>false</ap:ScaleCrop>
  <ap:HeadingPairs>
    <vt:vector baseType="variant" size="6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4">
      <vt:lpstr>宋体</vt:lpstr>
      <vt:lpstr>微软雅黑</vt:lpstr>
      <vt:lpstr>Arial</vt:lpstr>
      <vt:lpstr>Calibri</vt:lpstr>
      <vt:lpstr>Impact</vt:lpstr>
      <vt:lpstr>主题5</vt:lpstr>
      <vt:lpstr>iSlide® PowerPoint  standard template.</vt:lpstr>
      <vt:lpstr>PowerPoint 演示文稿</vt:lpstr>
      <vt:lpstr>Section Header Here</vt:lpstr>
      <vt:lpstr>Use "Title Only" Layout</vt:lpstr>
      <vt:lpstr>Thanks. And Your Slogan Here.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15.0000</ap:AppVersion>
  <ap:Company>iSlide</ap:Company>
  <ap:Manager>iSlide</ap:Manager>
  <ap:TotalTime>0</ap:TotalTime>
  <ap:Template>iSlide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iSlide</dc:creator>
  <lastModifiedBy>iSlide</lastModifiedBy>
  <revision>1</revision>
  <lastPrinted>2018-03-12T16:00:00.0000000Z</lastPrinted>
  <dcterms:created xsi:type="dcterms:W3CDTF">2018-03-12T16:00:00.0000000Z</dcterms:created>
  <dcterms:modified xsi:type="dcterms:W3CDTF">2018-03-12T16:00:00.0000000Z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