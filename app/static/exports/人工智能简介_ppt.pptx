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人工智能简介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什么是人工智能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人工智能是模拟人类智能的技术</a:t>
            </a:r>
          </a:p>
          <a:p>
            <a:r>
              <a:t>包括机器学习、深度学习等分支</a:t>
            </a:r>
          </a:p>
          <a:p>
            <a:r>
              <a:t>应用于多个领域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人工智能的历史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1956年诞生</a:t>
            </a:r>
          </a:p>
          <a:p>
            <a:r>
              <a:t>经历两次寒冬</a:t>
            </a:r>
          </a:p>
          <a:p>
            <a:r>
              <a:t>近年来快速发展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人工智能的应用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自动驾驶</a:t>
            </a:r>
          </a:p>
          <a:p>
            <a:r>
              <a:t>语音识别</a:t>
            </a:r>
          </a:p>
          <a:p>
            <a:r>
              <a:t>图像识别</a:t>
            </a:r>
          </a:p>
          <a:p>
            <a:r>
              <a:t>自然语言处理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