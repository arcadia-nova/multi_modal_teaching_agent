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好朋友的好处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什么是好朋友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定义好朋友的标准：信任、理解与支持</a:t>
            </a:r>
          </a:p>
          <a:p>
            <a:r>
              <a:t>好朋友与普通朋友的区别</a:t>
            </a:r>
          </a:p>
          <a:p>
            <a:r>
              <a:t>建立良好友谊的关键因素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好朋友带来的积极影响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情感支持和心理健康的提升</a:t>
            </a:r>
          </a:p>
          <a:p>
            <a:r>
              <a:t>增强自信心和自我价值感</a:t>
            </a:r>
          </a:p>
          <a:p>
            <a:r>
              <a:t>促进个人成长和学习进步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如何维持和珍惜好朋友关系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沟通的重要性：倾听与表达</a:t>
            </a:r>
          </a:p>
          <a:p>
            <a:r>
              <a:t>互相尊重与包容差异</a:t>
            </a:r>
          </a:p>
          <a:p>
            <a:r>
              <a:t>共同经历和创造美好回忆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