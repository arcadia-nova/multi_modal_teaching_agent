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人工智能在教育中的应用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人工智能与教育的结合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人工智能技术的发展历程及其对教育领域的影响</a:t>
            </a:r>
          </a:p>
          <a:p>
            <a:r>
              <a:t>传统教育模式与AI驱动教育模式的对比分析</a:t>
            </a:r>
          </a:p>
          <a:p>
            <a:r>
              <a:t>人工智能在教育中的发展趋势与未来展望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人工智能在教学中的具体应用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智能教学系统：个性化学习路径的规划与推荐</a:t>
            </a:r>
          </a:p>
          <a:p>
            <a:r>
              <a:t>自动化评估与反馈：AI在作业批改与考试评分中的应用</a:t>
            </a:r>
          </a:p>
          <a:p>
            <a:r>
              <a:t>虚拟助教与智能问答：提升学生互动与学习效率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人工智能在教育管理与服务中的作用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学生数据挖掘与行为分析：优化教学策略与资源分配</a:t>
            </a:r>
          </a:p>
          <a:p>
            <a:r>
              <a:t>教育机构管理系统的智能化升级：提高运营效率</a:t>
            </a:r>
          </a:p>
          <a:p>
            <a:r>
              <a:t>AI在教师培训与职业发展中的支持作用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