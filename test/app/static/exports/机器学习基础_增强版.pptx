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机器学习基础</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机器学习概述</a:t>
            </a:r>
          </a:p>
        </p:txBody>
      </p:sp>
      <p:sp>
        <p:nvSpPr>
          <p:cNvPr id="3" name="Content Placeholder 2"/>
          <p:cNvSpPr>
            <a:spLocks noGrp="1"/>
          </p:cNvSpPr>
          <p:nvPr>
            <p:ph idx="1"/>
          </p:nvPr>
        </p:nvSpPr>
        <p:spPr/>
        <p:txBody>
          <a:bodyPr/>
          <a:lstStyle/>
          <a:p>
            <a:r>
              <a:t>- 机器学习是一种让计算机通过数据学习规律并做出预测或决策的计算方法</a:t>
            </a:r>
          </a:p>
          <a:p>
            <a:r>
              <a:t>- 它依赖于大量数据，通过算法自动改进性能，无需显式编程</a:t>
            </a:r>
          </a:p>
          <a:p>
            <a:r>
              <a:t>- 机器学习的核心目标是使系统具备从经验中学习和适应的能力</a:t>
            </a:r>
          </a:p>
          <a:p>
            <a:r>
              <a:t>- 机器学习主要分为三类：监督学习、无监督学习和强化学习</a:t>
            </a:r>
          </a:p>
          <a:p>
            <a:r>
              <a:t>- 监督学习使用带有标签的数据进行训练，用于分类和回归任务</a:t>
            </a:r>
          </a:p>
          <a:p>
            <a:r>
              <a:t>- 无监督学习处理没有标签的数据，常用于聚类和降维</a:t>
            </a:r>
          </a:p>
          <a:p>
            <a:r>
              <a:t>- 强化学习通过与环境的交互来学习最优策略，广泛应用于控制和决策问题</a:t>
            </a:r>
          </a:p>
          <a:p>
            <a:r>
              <a:t>- 机器学习的应用场景包括图像识别、自然语言处理、推荐系统、金融风控等</a:t>
            </a:r>
          </a:p>
          <a:p>
            <a:r>
              <a:t>- 随着大数据和计算能力的提升，机器学习在各行各业中发挥着越来越重要的作用</a:t>
            </a:r>
          </a:p>
          <a:p>
            <a:r>
              <a:t>- 机器学习的发展也带来了数据隐私、算法偏见等伦理和法律方面的挑战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监督学习</a:t>
            </a:r>
          </a:p>
        </p:txBody>
      </p:sp>
      <p:sp>
        <p:nvSpPr>
          <p:cNvPr id="3" name="Content Placeholder 2"/>
          <p:cNvSpPr>
            <a:spLocks noGrp="1"/>
          </p:cNvSpPr>
          <p:nvPr>
            <p:ph idx="1"/>
          </p:nvPr>
        </p:nvSpPr>
        <p:spPr/>
        <p:txBody>
          <a:bodyPr/>
          <a:lstStyle/>
          <a:p>
            <a:r>
              <a:t>- 监督学习定义：基于带有标签的数据集，通过学习输入与输出之间的映射关系来进行预测</a:t>
            </a:r>
          </a:p>
          <a:p>
            <a:r>
              <a:t>- 分类任务：预测离散的类别标签，如垃圾邮件检测、图像识别</a:t>
            </a:r>
          </a:p>
          <a:p>
            <a:r>
              <a:t>- 回归任务：预测连续数值输出，如房价预测、温度预测</a:t>
            </a:r>
          </a:p>
          <a:p>
            <a:r>
              <a:t>- 标签数据的重要性：监督学习依赖高质量的标注数据进行模型训练</a:t>
            </a:r>
          </a:p>
          <a:p>
            <a:r>
              <a:t>- 损失函数的作用：衡量模型预测值与真实值之间的差异，指导模型优化</a:t>
            </a:r>
          </a:p>
          <a:p>
            <a:r>
              <a:t>- 常见分类算法：逻辑回归、支持向量机（SVM）、决策树、随机森林、K近邻（KNN）、神经网络</a:t>
            </a:r>
          </a:p>
          <a:p>
            <a:r>
              <a:t>- 常见回归算法：线性回归、岭回归、Lasso回归、决策树回归、梯度提升树（GBDT）</a:t>
            </a:r>
          </a:p>
          <a:p>
            <a:r>
              <a:t>- 过拟合与欠拟合：模型在训练集表现好但测试集差为过拟合，反之为欠拟合</a:t>
            </a:r>
          </a:p>
          <a:p>
            <a:r>
              <a:t>- 交叉验证方法：如k折交叉验证，用于评估模型泛化能力</a:t>
            </a:r>
          </a:p>
          <a:p>
            <a:r>
              <a:t>- 特征工程在监督学习中的作用：包括特征选择、特征缩放、特征构造等提升模型性能</a:t>
            </a:r>
          </a:p>
          <a:p>
            <a:r>
              <a:t>- 模型评估指标：分类任务常用准确率、精确率、召回率、F1分数；回归任务常用均方误差（MSE）、平均绝对误差（MAE）</a:t>
            </a:r>
          </a:p>
          <a:p>
            <a:r>
              <a:t>- 监督学习的应用场景：金融风控、医疗诊断、推荐系统、自然语言处理等</a:t>
            </a:r>
          </a:p>
          <a:p>
            <a:r>
              <a:t>- 模型训练流程：数据准备、特征提取、模型选择、训练、验证、调参、测试与部署</a:t>
            </a:r>
          </a:p>
          <a:p>
            <a:r>
              <a:t>- 正则化技术：如L1/L2正则化，用于防止模型过拟合</a:t>
            </a:r>
          </a:p>
          <a:p>
            <a:r>
              <a:t>- 模型可解释性：在某些应用场景中，如医疗、金融，模型的可解释性至关重要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无监督学习</a:t>
            </a:r>
          </a:p>
        </p:txBody>
      </p:sp>
      <p:sp>
        <p:nvSpPr>
          <p:cNvPr id="3" name="Content Placeholder 2"/>
          <p:cNvSpPr>
            <a:spLocks noGrp="1"/>
          </p:cNvSpPr>
          <p:nvPr>
            <p:ph idx="1"/>
          </p:nvPr>
        </p:nvSpPr>
        <p:spPr/>
        <p:txBody>
          <a:bodyPr/>
          <a:lstStyle/>
          <a:p>
            <a:r>
              <a:t>- 聚类是无监督学习的核心方法，用于将数据划分为具有相似特征的组</a:t>
            </a:r>
          </a:p>
          <a:p>
            <a:r>
              <a:t>- 常见聚类算法包括K均值、层次聚类、DBSCAN和高斯混合模型（GMM）</a:t>
            </a:r>
          </a:p>
          <a:p>
            <a:r>
              <a:t>- 聚类性能评估可通过轮廓系数、Calinski-Harabasz指数等内部指标进行</a:t>
            </a:r>
          </a:p>
          <a:p>
            <a:r>
              <a:t>- 降维技术如主成分分析（PCA）、t-SNE和UMAP用于减少数据维度并保留关键信息</a:t>
            </a:r>
          </a:p>
          <a:p>
            <a:r>
              <a:t>- 降维有助于可视化高维数据、加速模型训练并去除噪声</a:t>
            </a:r>
          </a:p>
          <a:p>
            <a:r>
              <a:t>- 异常检测旨在识别与大多数数据显著不同的样本，常用于欺诈检测和系统监控</a:t>
            </a:r>
          </a:p>
          <a:p>
            <a:r>
              <a:t>- 常用异常检测方法包括孤立森林、One-Class SVM和基于密度的检测算法</a:t>
            </a:r>
          </a:p>
          <a:p>
            <a:r>
              <a:t>- 无监督学习在没有标签的数据集上表现良好，但结果解释性可能较弱</a:t>
            </a:r>
          </a:p>
          <a:p>
            <a:r>
              <a:t>- 无监督学习常作为预处理步骤，为后续有监督学习提供更有效的特征表示</a:t>
            </a:r>
          </a:p>
          <a:p>
            <a:r>
              <a:t>- 无监督学习面临挑战，如参数选择、模型评估和对数据分布的敏感性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